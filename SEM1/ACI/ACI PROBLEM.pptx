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9" r:id="rId4"/>
    <p:sldId id="260" r:id="rId5"/>
    <p:sldId id="261" r:id="rId6"/>
    <p:sldId id="262" r:id="rId7"/>
    <p:sldId id="263" r:id="rId8"/>
    <p:sldId id="264" r:id="rId9"/>
  </p:sldIdLst>
  <p:sldSz cx="9144000" cy="6858000" type="screen4x3"/>
  <p:notesSz cx="6858000" cy="91440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82" d="100"/>
          <a:sy n="82" d="100"/>
        </p:scale>
        <p:origin x="1502" y="7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microsoft.com/office/2016/11/relationships/changesInfo" Target="changesInfos/changesInfo1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ujatha s" userId="16e5d6df1050d5eb" providerId="LiveId" clId="{573BBADD-1BCA-4913-B67F-5A64088B8214}"/>
    <pc:docChg chg="undo custSel addSld delSld modSld">
      <pc:chgData name="sujatha s" userId="16e5d6df1050d5eb" providerId="LiveId" clId="{573BBADD-1BCA-4913-B67F-5A64088B8214}" dt="2024-07-09T13:50:39.844" v="679" actId="255"/>
      <pc:docMkLst>
        <pc:docMk/>
      </pc:docMkLst>
      <pc:sldChg chg="modSp mod">
        <pc:chgData name="sujatha s" userId="16e5d6df1050d5eb" providerId="LiveId" clId="{573BBADD-1BCA-4913-B67F-5A64088B8214}" dt="2024-07-09T04:39:44.393" v="434" actId="20577"/>
        <pc:sldMkLst>
          <pc:docMk/>
          <pc:sldMk cId="1574500897" sldId="257"/>
        </pc:sldMkLst>
        <pc:spChg chg="mod">
          <ac:chgData name="sujatha s" userId="16e5d6df1050d5eb" providerId="LiveId" clId="{573BBADD-1BCA-4913-B67F-5A64088B8214}" dt="2024-07-09T04:39:44.393" v="434" actId="20577"/>
          <ac:spMkLst>
            <pc:docMk/>
            <pc:sldMk cId="1574500897" sldId="257"/>
            <ac:spMk id="3" creationId="{193D923C-583B-40D8-9AA8-04D4C49845FF}"/>
          </ac:spMkLst>
        </pc:spChg>
      </pc:sldChg>
      <pc:sldChg chg="addSp delSp modSp mod">
        <pc:chgData name="sujatha s" userId="16e5d6df1050d5eb" providerId="LiveId" clId="{573BBADD-1BCA-4913-B67F-5A64088B8214}" dt="2024-07-09T04:23:26.177" v="54" actId="1076"/>
        <pc:sldMkLst>
          <pc:docMk/>
          <pc:sldMk cId="3589558217" sldId="259"/>
        </pc:sldMkLst>
        <pc:spChg chg="add del mod">
          <ac:chgData name="sujatha s" userId="16e5d6df1050d5eb" providerId="LiveId" clId="{573BBADD-1BCA-4913-B67F-5A64088B8214}" dt="2024-07-09T04:22:02.261" v="16"/>
          <ac:spMkLst>
            <pc:docMk/>
            <pc:sldMk cId="3589558217" sldId="259"/>
            <ac:spMk id="2" creationId="{B7CA9514-BC66-4BD3-9432-FD5CDD75EC5C}"/>
          </ac:spMkLst>
        </pc:spChg>
        <pc:spChg chg="add del mod">
          <ac:chgData name="sujatha s" userId="16e5d6df1050d5eb" providerId="LiveId" clId="{573BBADD-1BCA-4913-B67F-5A64088B8214}" dt="2024-07-09T04:21:41.668" v="15" actId="1076"/>
          <ac:spMkLst>
            <pc:docMk/>
            <pc:sldMk cId="3589558217" sldId="259"/>
            <ac:spMk id="5" creationId="{F4B4C505-547C-517C-C958-5A1FAB78AB0A}"/>
          </ac:spMkLst>
        </pc:spChg>
        <pc:spChg chg="add mod">
          <ac:chgData name="sujatha s" userId="16e5d6df1050d5eb" providerId="LiveId" clId="{573BBADD-1BCA-4913-B67F-5A64088B8214}" dt="2024-07-09T04:23:26.177" v="54" actId="1076"/>
          <ac:spMkLst>
            <pc:docMk/>
            <pc:sldMk cId="3589558217" sldId="259"/>
            <ac:spMk id="7" creationId="{B0C142C7-086D-60AA-C8A6-5A5F4293F2E5}"/>
          </ac:spMkLst>
        </pc:spChg>
        <pc:picChg chg="add del mod">
          <ac:chgData name="sujatha s" userId="16e5d6df1050d5eb" providerId="LiveId" clId="{573BBADD-1BCA-4913-B67F-5A64088B8214}" dt="2024-07-09T04:21:41.668" v="15" actId="1076"/>
          <ac:picMkLst>
            <pc:docMk/>
            <pc:sldMk cId="3589558217" sldId="259"/>
            <ac:picMk id="1026" creationId="{96D9F127-5962-8B9C-4E0E-C5050783DF04}"/>
          </ac:picMkLst>
        </pc:picChg>
        <pc:picChg chg="add mod">
          <ac:chgData name="sujatha s" userId="16e5d6df1050d5eb" providerId="LiveId" clId="{573BBADD-1BCA-4913-B67F-5A64088B8214}" dt="2024-07-09T04:22:33.697" v="21" actId="1076"/>
          <ac:picMkLst>
            <pc:docMk/>
            <pc:sldMk cId="3589558217" sldId="259"/>
            <ac:picMk id="1028" creationId="{2F8EBC2A-DF8C-8CA7-F25F-44A53501D1D9}"/>
          </ac:picMkLst>
        </pc:picChg>
      </pc:sldChg>
      <pc:sldChg chg="del">
        <pc:chgData name="sujatha s" userId="16e5d6df1050d5eb" providerId="LiveId" clId="{573BBADD-1BCA-4913-B67F-5A64088B8214}" dt="2024-07-09T04:23:42.453" v="55" actId="47"/>
        <pc:sldMkLst>
          <pc:docMk/>
          <pc:sldMk cId="0" sldId="260"/>
        </pc:sldMkLst>
      </pc:sldChg>
      <pc:sldChg chg="addSp modSp new mod">
        <pc:chgData name="sujatha s" userId="16e5d6df1050d5eb" providerId="LiveId" clId="{573BBADD-1BCA-4913-B67F-5A64088B8214}" dt="2024-07-09T04:36:52.925" v="410" actId="113"/>
        <pc:sldMkLst>
          <pc:docMk/>
          <pc:sldMk cId="305456335" sldId="260"/>
        </pc:sldMkLst>
        <pc:spChg chg="mod">
          <ac:chgData name="sujatha s" userId="16e5d6df1050d5eb" providerId="LiveId" clId="{573BBADD-1BCA-4913-B67F-5A64088B8214}" dt="2024-07-09T04:36:52.925" v="410" actId="113"/>
          <ac:spMkLst>
            <pc:docMk/>
            <pc:sldMk cId="305456335" sldId="260"/>
            <ac:spMk id="2" creationId="{ECF7CDD3-2E3F-59EA-6A6F-C63E30938509}"/>
          </ac:spMkLst>
        </pc:spChg>
        <pc:spChg chg="mod">
          <ac:chgData name="sujatha s" userId="16e5d6df1050d5eb" providerId="LiveId" clId="{573BBADD-1BCA-4913-B67F-5A64088B8214}" dt="2024-07-09T04:23:55.831" v="58" actId="20577"/>
          <ac:spMkLst>
            <pc:docMk/>
            <pc:sldMk cId="305456335" sldId="260"/>
            <ac:spMk id="3" creationId="{CC6FB11F-BD55-F6F1-E9AF-BF7E08871965}"/>
          </ac:spMkLst>
        </pc:spChg>
        <pc:picChg chg="add mod">
          <ac:chgData name="sujatha s" userId="16e5d6df1050d5eb" providerId="LiveId" clId="{573BBADD-1BCA-4913-B67F-5A64088B8214}" dt="2024-07-09T04:29:45.400" v="123" actId="1076"/>
          <ac:picMkLst>
            <pc:docMk/>
            <pc:sldMk cId="305456335" sldId="260"/>
            <ac:picMk id="2050" creationId="{972F21DA-9036-D74A-C989-2724C154270F}"/>
          </ac:picMkLst>
        </pc:picChg>
      </pc:sldChg>
      <pc:sldChg chg="addSp delSp modSp add del mod">
        <pc:chgData name="sujatha s" userId="16e5d6df1050d5eb" providerId="LiveId" clId="{573BBADD-1BCA-4913-B67F-5A64088B8214}" dt="2024-07-09T04:36:35.001" v="407" actId="6549"/>
        <pc:sldMkLst>
          <pc:docMk/>
          <pc:sldMk cId="262283506" sldId="261"/>
        </pc:sldMkLst>
        <pc:spChg chg="mod">
          <ac:chgData name="sujatha s" userId="16e5d6df1050d5eb" providerId="LiveId" clId="{573BBADD-1BCA-4913-B67F-5A64088B8214}" dt="2024-07-09T04:30:06.025" v="138" actId="6549"/>
          <ac:spMkLst>
            <pc:docMk/>
            <pc:sldMk cId="262283506" sldId="261"/>
            <ac:spMk id="2" creationId="{ECF7CDD3-2E3F-59EA-6A6F-C63E30938509}"/>
          </ac:spMkLst>
        </pc:spChg>
        <pc:spChg chg="add mod">
          <ac:chgData name="sujatha s" userId="16e5d6df1050d5eb" providerId="LiveId" clId="{573BBADD-1BCA-4913-B67F-5A64088B8214}" dt="2024-07-09T04:36:35.001" v="407" actId="6549"/>
          <ac:spMkLst>
            <pc:docMk/>
            <pc:sldMk cId="262283506" sldId="261"/>
            <ac:spMk id="5" creationId="{465179EA-FFC0-C60C-9EF8-E06D6C828BBA}"/>
          </ac:spMkLst>
        </pc:spChg>
        <pc:picChg chg="del">
          <ac:chgData name="sujatha s" userId="16e5d6df1050d5eb" providerId="LiveId" clId="{573BBADD-1BCA-4913-B67F-5A64088B8214}" dt="2024-07-09T04:30:06.945" v="139" actId="478"/>
          <ac:picMkLst>
            <pc:docMk/>
            <pc:sldMk cId="262283506" sldId="261"/>
            <ac:picMk id="2050" creationId="{972F21DA-9036-D74A-C989-2724C154270F}"/>
          </ac:picMkLst>
        </pc:picChg>
        <pc:picChg chg="add mod">
          <ac:chgData name="sujatha s" userId="16e5d6df1050d5eb" providerId="LiveId" clId="{573BBADD-1BCA-4913-B67F-5A64088B8214}" dt="2024-07-09T04:30:51.368" v="145" actId="1076"/>
          <ac:picMkLst>
            <pc:docMk/>
            <pc:sldMk cId="262283506" sldId="261"/>
            <ac:picMk id="3074" creationId="{FAFC7B91-DFF9-A8BB-E598-FD5DA93B4A89}"/>
          </ac:picMkLst>
        </pc:picChg>
      </pc:sldChg>
      <pc:sldChg chg="addSp delSp modSp add del mod">
        <pc:chgData name="sujatha s" userId="16e5d6df1050d5eb" providerId="LiveId" clId="{573BBADD-1BCA-4913-B67F-5A64088B8214}" dt="2024-07-09T04:36:14.731" v="402" actId="113"/>
        <pc:sldMkLst>
          <pc:docMk/>
          <pc:sldMk cId="2924491407" sldId="262"/>
        </pc:sldMkLst>
        <pc:spChg chg="mod">
          <ac:chgData name="sujatha s" userId="16e5d6df1050d5eb" providerId="LiveId" clId="{573BBADD-1BCA-4913-B67F-5A64088B8214}" dt="2024-07-09T04:36:14.731" v="402" actId="113"/>
          <ac:spMkLst>
            <pc:docMk/>
            <pc:sldMk cId="2924491407" sldId="262"/>
            <ac:spMk id="5" creationId="{465179EA-FFC0-C60C-9EF8-E06D6C828BBA}"/>
          </ac:spMkLst>
        </pc:spChg>
        <pc:picChg chg="del">
          <ac:chgData name="sujatha s" userId="16e5d6df1050d5eb" providerId="LiveId" clId="{573BBADD-1BCA-4913-B67F-5A64088B8214}" dt="2024-07-09T04:31:04.773" v="147" actId="478"/>
          <ac:picMkLst>
            <pc:docMk/>
            <pc:sldMk cId="2924491407" sldId="262"/>
            <ac:picMk id="3074" creationId="{FAFC7B91-DFF9-A8BB-E598-FD5DA93B4A89}"/>
          </ac:picMkLst>
        </pc:picChg>
        <pc:picChg chg="add mod">
          <ac:chgData name="sujatha s" userId="16e5d6df1050d5eb" providerId="LiveId" clId="{573BBADD-1BCA-4913-B67F-5A64088B8214}" dt="2024-07-09T04:32:04.384" v="195" actId="1076"/>
          <ac:picMkLst>
            <pc:docMk/>
            <pc:sldMk cId="2924491407" sldId="262"/>
            <ac:picMk id="4098" creationId="{C8BB2DC6-527F-5426-4DE8-6A28B5E8CBD7}"/>
          </ac:picMkLst>
        </pc:picChg>
      </pc:sldChg>
      <pc:sldChg chg="addSp delSp modSp add del mod">
        <pc:chgData name="sujatha s" userId="16e5d6df1050d5eb" providerId="LiveId" clId="{573BBADD-1BCA-4913-B67F-5A64088B8214}" dt="2024-07-09T04:35:57.114" v="399" actId="255"/>
        <pc:sldMkLst>
          <pc:docMk/>
          <pc:sldMk cId="2429592948" sldId="263"/>
        </pc:sldMkLst>
        <pc:spChg chg="mod">
          <ac:chgData name="sujatha s" userId="16e5d6df1050d5eb" providerId="LiveId" clId="{573BBADD-1BCA-4913-B67F-5A64088B8214}" dt="2024-07-09T04:35:57.114" v="399" actId="255"/>
          <ac:spMkLst>
            <pc:docMk/>
            <pc:sldMk cId="2429592948" sldId="263"/>
            <ac:spMk id="5" creationId="{465179EA-FFC0-C60C-9EF8-E06D6C828BBA}"/>
          </ac:spMkLst>
        </pc:spChg>
        <pc:spChg chg="add mod">
          <ac:chgData name="sujatha s" userId="16e5d6df1050d5eb" providerId="LiveId" clId="{573BBADD-1BCA-4913-B67F-5A64088B8214}" dt="2024-07-09T04:35:49.784" v="397" actId="179"/>
          <ac:spMkLst>
            <pc:docMk/>
            <pc:sldMk cId="2429592948" sldId="263"/>
            <ac:spMk id="6" creationId="{6C984220-D658-090B-9585-59D67582A5E2}"/>
          </ac:spMkLst>
        </pc:spChg>
        <pc:picChg chg="del">
          <ac:chgData name="sujatha s" userId="16e5d6df1050d5eb" providerId="LiveId" clId="{573BBADD-1BCA-4913-B67F-5A64088B8214}" dt="2024-07-09T04:33:45.245" v="343" actId="478"/>
          <ac:picMkLst>
            <pc:docMk/>
            <pc:sldMk cId="2429592948" sldId="263"/>
            <ac:picMk id="4098" creationId="{C8BB2DC6-527F-5426-4DE8-6A28B5E8CBD7}"/>
          </ac:picMkLst>
        </pc:picChg>
        <pc:picChg chg="add mod">
          <ac:chgData name="sujatha s" userId="16e5d6df1050d5eb" providerId="LiveId" clId="{573BBADD-1BCA-4913-B67F-5A64088B8214}" dt="2024-07-09T04:34:34.880" v="383" actId="1076"/>
          <ac:picMkLst>
            <pc:docMk/>
            <pc:sldMk cId="2429592948" sldId="263"/>
            <ac:picMk id="5122" creationId="{92673218-5F68-A1C6-BB00-C364407D2D7A}"/>
          </ac:picMkLst>
        </pc:picChg>
      </pc:sldChg>
      <pc:sldChg chg="delSp modSp add del mod">
        <pc:chgData name="sujatha s" userId="16e5d6df1050d5eb" providerId="LiveId" clId="{573BBADD-1BCA-4913-B67F-5A64088B8214}" dt="2024-07-09T04:35:34.699" v="394" actId="179"/>
        <pc:sldMkLst>
          <pc:docMk/>
          <pc:sldMk cId="738687288" sldId="264"/>
        </pc:sldMkLst>
        <pc:spChg chg="mod">
          <ac:chgData name="sujatha s" userId="16e5d6df1050d5eb" providerId="LiveId" clId="{573BBADD-1BCA-4913-B67F-5A64088B8214}" dt="2024-07-09T04:35:34.699" v="394" actId="179"/>
          <ac:spMkLst>
            <pc:docMk/>
            <pc:sldMk cId="738687288" sldId="264"/>
            <ac:spMk id="5" creationId="{465179EA-FFC0-C60C-9EF8-E06D6C828BBA}"/>
          </ac:spMkLst>
        </pc:spChg>
        <pc:spChg chg="del">
          <ac:chgData name="sujatha s" userId="16e5d6df1050d5eb" providerId="LiveId" clId="{573BBADD-1BCA-4913-B67F-5A64088B8214}" dt="2024-07-09T04:35:02.992" v="389" actId="478"/>
          <ac:spMkLst>
            <pc:docMk/>
            <pc:sldMk cId="738687288" sldId="264"/>
            <ac:spMk id="6" creationId="{6C984220-D658-090B-9585-59D67582A5E2}"/>
          </ac:spMkLst>
        </pc:spChg>
        <pc:picChg chg="del">
          <ac:chgData name="sujatha s" userId="16e5d6df1050d5eb" providerId="LiveId" clId="{573BBADD-1BCA-4913-B67F-5A64088B8214}" dt="2024-07-09T04:34:59.437" v="388" actId="478"/>
          <ac:picMkLst>
            <pc:docMk/>
            <pc:sldMk cId="738687288" sldId="264"/>
            <ac:picMk id="5122" creationId="{92673218-5F68-A1C6-BB00-C364407D2D7A}"/>
          </ac:picMkLst>
        </pc:picChg>
      </pc:sldChg>
      <pc:sldChg chg="del">
        <pc:chgData name="sujatha s" userId="16e5d6df1050d5eb" providerId="LiveId" clId="{573BBADD-1BCA-4913-B67F-5A64088B8214}" dt="2024-07-09T04:23:42.453" v="55" actId="47"/>
        <pc:sldMkLst>
          <pc:docMk/>
          <pc:sldMk cId="0" sldId="265"/>
        </pc:sldMkLst>
      </pc:sldChg>
      <pc:sldChg chg="modSp new mod">
        <pc:chgData name="sujatha s" userId="16e5d6df1050d5eb" providerId="LiveId" clId="{573BBADD-1BCA-4913-B67F-5A64088B8214}" dt="2024-07-09T13:48:39.120" v="678" actId="20577"/>
        <pc:sldMkLst>
          <pc:docMk/>
          <pc:sldMk cId="3539131308" sldId="265"/>
        </pc:sldMkLst>
        <pc:spChg chg="mod">
          <ac:chgData name="sujatha s" userId="16e5d6df1050d5eb" providerId="LiveId" clId="{573BBADD-1BCA-4913-B67F-5A64088B8214}" dt="2024-07-09T13:48:39.120" v="678" actId="20577"/>
          <ac:spMkLst>
            <pc:docMk/>
            <pc:sldMk cId="3539131308" sldId="265"/>
            <ac:spMk id="2" creationId="{DCD7435F-00CA-DD1D-DBFE-51BC26CF09BE}"/>
          </ac:spMkLst>
        </pc:spChg>
        <pc:spChg chg="mod">
          <ac:chgData name="sujatha s" userId="16e5d6df1050d5eb" providerId="LiveId" clId="{573BBADD-1BCA-4913-B67F-5A64088B8214}" dt="2024-07-09T04:43:05.409" v="529" actId="20577"/>
          <ac:spMkLst>
            <pc:docMk/>
            <pc:sldMk cId="3539131308" sldId="265"/>
            <ac:spMk id="3" creationId="{E9B58513-29E8-CD4C-14C9-892B9489ADCD}"/>
          </ac:spMkLst>
        </pc:spChg>
      </pc:sldChg>
      <pc:sldChg chg="modSp add del mod">
        <pc:chgData name="sujatha s" userId="16e5d6df1050d5eb" providerId="LiveId" clId="{573BBADD-1BCA-4913-B67F-5A64088B8214}" dt="2024-07-09T04:49:46.985" v="565" actId="20577"/>
        <pc:sldMkLst>
          <pc:docMk/>
          <pc:sldMk cId="4070792661" sldId="266"/>
        </pc:sldMkLst>
        <pc:spChg chg="mod">
          <ac:chgData name="sujatha s" userId="16e5d6df1050d5eb" providerId="LiveId" clId="{573BBADD-1BCA-4913-B67F-5A64088B8214}" dt="2024-07-09T04:49:46.985" v="565" actId="20577"/>
          <ac:spMkLst>
            <pc:docMk/>
            <pc:sldMk cId="4070792661" sldId="266"/>
            <ac:spMk id="2" creationId="{DCD7435F-00CA-DD1D-DBFE-51BC26CF09BE}"/>
          </ac:spMkLst>
        </pc:spChg>
        <pc:spChg chg="mod">
          <ac:chgData name="sujatha s" userId="16e5d6df1050d5eb" providerId="LiveId" clId="{573BBADD-1BCA-4913-B67F-5A64088B8214}" dt="2024-07-09T04:43:12.579" v="531" actId="20577"/>
          <ac:spMkLst>
            <pc:docMk/>
            <pc:sldMk cId="4070792661" sldId="266"/>
            <ac:spMk id="3" creationId="{E9B58513-29E8-CD4C-14C9-892B9489ADCD}"/>
          </ac:spMkLst>
        </pc:spChg>
      </pc:sldChg>
      <pc:sldChg chg="modSp add del mod">
        <pc:chgData name="sujatha s" userId="16e5d6df1050d5eb" providerId="LiveId" clId="{573BBADD-1BCA-4913-B67F-5A64088B8214}" dt="2024-07-09T04:44:23.600" v="543" actId="20577"/>
        <pc:sldMkLst>
          <pc:docMk/>
          <pc:sldMk cId="205311337" sldId="267"/>
        </pc:sldMkLst>
        <pc:spChg chg="mod">
          <ac:chgData name="sujatha s" userId="16e5d6df1050d5eb" providerId="LiveId" clId="{573BBADD-1BCA-4913-B67F-5A64088B8214}" dt="2024-07-09T04:44:23.600" v="543" actId="20577"/>
          <ac:spMkLst>
            <pc:docMk/>
            <pc:sldMk cId="205311337" sldId="267"/>
            <ac:spMk id="2" creationId="{DCD7435F-00CA-DD1D-DBFE-51BC26CF09BE}"/>
          </ac:spMkLst>
        </pc:spChg>
        <pc:spChg chg="mod">
          <ac:chgData name="sujatha s" userId="16e5d6df1050d5eb" providerId="LiveId" clId="{573BBADD-1BCA-4913-B67F-5A64088B8214}" dt="2024-07-09T04:44:13.013" v="540" actId="207"/>
          <ac:spMkLst>
            <pc:docMk/>
            <pc:sldMk cId="205311337" sldId="267"/>
            <ac:spMk id="3" creationId="{E9B58513-29E8-CD4C-14C9-892B9489ADCD}"/>
          </ac:spMkLst>
        </pc:spChg>
      </pc:sldChg>
      <pc:sldChg chg="addSp modSp add del mod">
        <pc:chgData name="sujatha s" userId="16e5d6df1050d5eb" providerId="LiveId" clId="{573BBADD-1BCA-4913-B67F-5A64088B8214}" dt="2024-07-09T04:46:45.751" v="562" actId="14100"/>
        <pc:sldMkLst>
          <pc:docMk/>
          <pc:sldMk cId="2477322618" sldId="268"/>
        </pc:sldMkLst>
        <pc:spChg chg="mod">
          <ac:chgData name="sujatha s" userId="16e5d6df1050d5eb" providerId="LiveId" clId="{573BBADD-1BCA-4913-B67F-5A64088B8214}" dt="2024-07-09T04:46:14.491" v="558" actId="14100"/>
          <ac:spMkLst>
            <pc:docMk/>
            <pc:sldMk cId="2477322618" sldId="268"/>
            <ac:spMk id="2" creationId="{DCD7435F-00CA-DD1D-DBFE-51BC26CF09BE}"/>
          </ac:spMkLst>
        </pc:spChg>
        <pc:spChg chg="add">
          <ac:chgData name="sujatha s" userId="16e5d6df1050d5eb" providerId="LiveId" clId="{573BBADD-1BCA-4913-B67F-5A64088B8214}" dt="2024-07-09T04:45:06.007" v="546"/>
          <ac:spMkLst>
            <pc:docMk/>
            <pc:sldMk cId="2477322618" sldId="268"/>
            <ac:spMk id="4" creationId="{507BEE76-CFC3-403B-D48E-8A3712EF317B}"/>
          </ac:spMkLst>
        </pc:spChg>
        <pc:picChg chg="add mod">
          <ac:chgData name="sujatha s" userId="16e5d6df1050d5eb" providerId="LiveId" clId="{573BBADD-1BCA-4913-B67F-5A64088B8214}" dt="2024-07-09T04:46:45.751" v="562" actId="14100"/>
          <ac:picMkLst>
            <pc:docMk/>
            <pc:sldMk cId="2477322618" sldId="268"/>
            <ac:picMk id="6147" creationId="{7DABA474-64A0-3C17-746A-8DBC457A8D2C}"/>
          </ac:picMkLst>
        </pc:picChg>
      </pc:sldChg>
      <pc:sldChg chg="delSp modSp add del mod">
        <pc:chgData name="sujatha s" userId="16e5d6df1050d5eb" providerId="LiveId" clId="{573BBADD-1BCA-4913-B67F-5A64088B8214}" dt="2024-07-09T04:51:03.461" v="574" actId="20577"/>
        <pc:sldMkLst>
          <pc:docMk/>
          <pc:sldMk cId="1931891811" sldId="269"/>
        </pc:sldMkLst>
        <pc:spChg chg="mod">
          <ac:chgData name="sujatha s" userId="16e5d6df1050d5eb" providerId="LiveId" clId="{573BBADD-1BCA-4913-B67F-5A64088B8214}" dt="2024-07-09T04:51:03.461" v="574" actId="20577"/>
          <ac:spMkLst>
            <pc:docMk/>
            <pc:sldMk cId="1931891811" sldId="269"/>
            <ac:spMk id="2" creationId="{DCD7435F-00CA-DD1D-DBFE-51BC26CF09BE}"/>
          </ac:spMkLst>
        </pc:spChg>
        <pc:picChg chg="del">
          <ac:chgData name="sujatha s" userId="16e5d6df1050d5eb" providerId="LiveId" clId="{573BBADD-1BCA-4913-B67F-5A64088B8214}" dt="2024-07-09T04:50:12.096" v="568" actId="478"/>
          <ac:picMkLst>
            <pc:docMk/>
            <pc:sldMk cId="1931891811" sldId="269"/>
            <ac:picMk id="6147" creationId="{7DABA474-64A0-3C17-746A-8DBC457A8D2C}"/>
          </ac:picMkLst>
        </pc:picChg>
      </pc:sldChg>
      <pc:sldChg chg="modSp add del mod">
        <pc:chgData name="sujatha s" userId="16e5d6df1050d5eb" providerId="LiveId" clId="{573BBADD-1BCA-4913-B67F-5A64088B8214}" dt="2024-07-09T13:50:39.844" v="679" actId="255"/>
        <pc:sldMkLst>
          <pc:docMk/>
          <pc:sldMk cId="598190156" sldId="270"/>
        </pc:sldMkLst>
        <pc:spChg chg="mod">
          <ac:chgData name="sujatha s" userId="16e5d6df1050d5eb" providerId="LiveId" clId="{573BBADD-1BCA-4913-B67F-5A64088B8214}" dt="2024-07-09T13:50:39.844" v="679" actId="255"/>
          <ac:spMkLst>
            <pc:docMk/>
            <pc:sldMk cId="598190156" sldId="270"/>
            <ac:spMk id="2" creationId="{DCD7435F-00CA-DD1D-DBFE-51BC26CF09BE}"/>
          </ac:spMkLst>
        </pc:spChg>
      </pc:sldChg>
      <pc:sldChg chg="addSp modSp add del mod">
        <pc:chgData name="sujatha s" userId="16e5d6df1050d5eb" providerId="LiveId" clId="{573BBADD-1BCA-4913-B67F-5A64088B8214}" dt="2024-07-09T04:56:21.190" v="607" actId="1076"/>
        <pc:sldMkLst>
          <pc:docMk/>
          <pc:sldMk cId="113693263" sldId="271"/>
        </pc:sldMkLst>
        <pc:spChg chg="mod">
          <ac:chgData name="sujatha s" userId="16e5d6df1050d5eb" providerId="LiveId" clId="{573BBADD-1BCA-4913-B67F-5A64088B8214}" dt="2024-07-09T04:55:24.526" v="590" actId="255"/>
          <ac:spMkLst>
            <pc:docMk/>
            <pc:sldMk cId="113693263" sldId="271"/>
            <ac:spMk id="2" creationId="{DCD7435F-00CA-DD1D-DBFE-51BC26CF09BE}"/>
          </ac:spMkLst>
        </pc:spChg>
        <pc:spChg chg="add">
          <ac:chgData name="sujatha s" userId="16e5d6df1050d5eb" providerId="LiveId" clId="{573BBADD-1BCA-4913-B67F-5A64088B8214}" dt="2024-07-09T04:53:58.818" v="582"/>
          <ac:spMkLst>
            <pc:docMk/>
            <pc:sldMk cId="113693263" sldId="271"/>
            <ac:spMk id="4" creationId="{A16E3AFE-4B2F-0720-3FB3-799F7F33F2DD}"/>
          </ac:spMkLst>
        </pc:spChg>
        <pc:spChg chg="add">
          <ac:chgData name="sujatha s" userId="16e5d6df1050d5eb" providerId="LiveId" clId="{573BBADD-1BCA-4913-B67F-5A64088B8214}" dt="2024-07-09T04:54:30.918" v="584"/>
          <ac:spMkLst>
            <pc:docMk/>
            <pc:sldMk cId="113693263" sldId="271"/>
            <ac:spMk id="5" creationId="{91AE17A3-3318-9786-808F-37182AA0D05F}"/>
          </ac:spMkLst>
        </pc:spChg>
        <pc:spChg chg="add">
          <ac:chgData name="sujatha s" userId="16e5d6df1050d5eb" providerId="LiveId" clId="{573BBADD-1BCA-4913-B67F-5A64088B8214}" dt="2024-07-09T04:54:30.918" v="584"/>
          <ac:spMkLst>
            <pc:docMk/>
            <pc:sldMk cId="113693263" sldId="271"/>
            <ac:spMk id="6" creationId="{CD0A6974-7CD0-7BE0-EE88-9E62C15B117A}"/>
          </ac:spMkLst>
        </pc:spChg>
        <pc:picChg chg="add mod">
          <ac:chgData name="sujatha s" userId="16e5d6df1050d5eb" providerId="LiveId" clId="{573BBADD-1BCA-4913-B67F-5A64088B8214}" dt="2024-07-09T04:56:21.190" v="607" actId="1076"/>
          <ac:picMkLst>
            <pc:docMk/>
            <pc:sldMk cId="113693263" sldId="271"/>
            <ac:picMk id="7" creationId="{D1E29694-72C3-7249-5CCA-9B3E501567C0}"/>
          </ac:picMkLst>
        </pc:picChg>
        <pc:picChg chg="add">
          <ac:chgData name="sujatha s" userId="16e5d6df1050d5eb" providerId="LiveId" clId="{573BBADD-1BCA-4913-B67F-5A64088B8214}" dt="2024-07-09T04:53:58.818" v="582"/>
          <ac:picMkLst>
            <pc:docMk/>
            <pc:sldMk cId="113693263" sldId="271"/>
            <ac:picMk id="7170" creationId="{2FE5AC32-675D-ED85-CF95-7C19563FCFEC}"/>
          </ac:picMkLst>
        </pc:picChg>
        <pc:picChg chg="add">
          <ac:chgData name="sujatha s" userId="16e5d6df1050d5eb" providerId="LiveId" clId="{573BBADD-1BCA-4913-B67F-5A64088B8214}" dt="2024-07-09T04:54:30.918" v="584"/>
          <ac:picMkLst>
            <pc:docMk/>
            <pc:sldMk cId="113693263" sldId="271"/>
            <ac:picMk id="7171" creationId="{0207AB4D-861A-A2AC-F8F9-41A5A5C10D6F}"/>
          </ac:picMkLst>
        </pc:picChg>
      </pc:sldChg>
      <pc:sldChg chg="addSp delSp modSp add del mod">
        <pc:chgData name="sujatha s" userId="16e5d6df1050d5eb" providerId="LiveId" clId="{573BBADD-1BCA-4913-B67F-5A64088B8214}" dt="2024-07-09T04:59:40.286" v="658" actId="14100"/>
        <pc:sldMkLst>
          <pc:docMk/>
          <pc:sldMk cId="951883261" sldId="272"/>
        </pc:sldMkLst>
        <pc:spChg chg="mod">
          <ac:chgData name="sujatha s" userId="16e5d6df1050d5eb" providerId="LiveId" clId="{573BBADD-1BCA-4913-B67F-5A64088B8214}" dt="2024-07-09T04:59:33.197" v="655" actId="21"/>
          <ac:spMkLst>
            <pc:docMk/>
            <pc:sldMk cId="951883261" sldId="272"/>
            <ac:spMk id="2" creationId="{DCD7435F-00CA-DD1D-DBFE-51BC26CF09BE}"/>
          </ac:spMkLst>
        </pc:spChg>
        <pc:picChg chg="add mod">
          <ac:chgData name="sujatha s" userId="16e5d6df1050d5eb" providerId="LiveId" clId="{573BBADD-1BCA-4913-B67F-5A64088B8214}" dt="2024-07-09T04:59:40.286" v="658" actId="14100"/>
          <ac:picMkLst>
            <pc:docMk/>
            <pc:sldMk cId="951883261" sldId="272"/>
            <ac:picMk id="4" creationId="{ACE6D791-6A64-B576-5A84-DABF918053C5}"/>
          </ac:picMkLst>
        </pc:picChg>
        <pc:picChg chg="del">
          <ac:chgData name="sujatha s" userId="16e5d6df1050d5eb" providerId="LiveId" clId="{573BBADD-1BCA-4913-B67F-5A64088B8214}" dt="2024-07-09T04:55:40.789" v="593" actId="478"/>
          <ac:picMkLst>
            <pc:docMk/>
            <pc:sldMk cId="951883261" sldId="272"/>
            <ac:picMk id="7" creationId="{D1E29694-72C3-7249-5CCA-9B3E501567C0}"/>
          </ac:picMkLst>
        </pc:picChg>
      </pc:sldChg>
      <pc:sldChg chg="delSp modSp add del mod">
        <pc:chgData name="sujatha s" userId="16e5d6df1050d5eb" providerId="LiveId" clId="{573BBADD-1BCA-4913-B67F-5A64088B8214}" dt="2024-07-09T04:57:01.402" v="629" actId="20577"/>
        <pc:sldMkLst>
          <pc:docMk/>
          <pc:sldMk cId="239477193" sldId="273"/>
        </pc:sldMkLst>
        <pc:spChg chg="mod">
          <ac:chgData name="sujatha s" userId="16e5d6df1050d5eb" providerId="LiveId" clId="{573BBADD-1BCA-4913-B67F-5A64088B8214}" dt="2024-07-09T04:57:01.402" v="629" actId="20577"/>
          <ac:spMkLst>
            <pc:docMk/>
            <pc:sldMk cId="239477193" sldId="273"/>
            <ac:spMk id="2" creationId="{DCD7435F-00CA-DD1D-DBFE-51BC26CF09BE}"/>
          </ac:spMkLst>
        </pc:spChg>
        <pc:picChg chg="del">
          <ac:chgData name="sujatha s" userId="16e5d6df1050d5eb" providerId="LiveId" clId="{573BBADD-1BCA-4913-B67F-5A64088B8214}" dt="2024-07-09T04:56:34.378" v="610" actId="478"/>
          <ac:picMkLst>
            <pc:docMk/>
            <pc:sldMk cId="239477193" sldId="273"/>
            <ac:picMk id="7" creationId="{D1E29694-72C3-7249-5CCA-9B3E501567C0}"/>
          </ac:picMkLst>
        </pc:picChg>
      </pc:sldChg>
      <pc:sldChg chg="addSp delSp modSp add del mod">
        <pc:chgData name="sujatha s" userId="16e5d6df1050d5eb" providerId="LiveId" clId="{573BBADD-1BCA-4913-B67F-5A64088B8214}" dt="2024-07-09T04:59:56.868" v="662" actId="20577"/>
        <pc:sldMkLst>
          <pc:docMk/>
          <pc:sldMk cId="3463269183" sldId="274"/>
        </pc:sldMkLst>
        <pc:spChg chg="mod">
          <ac:chgData name="sujatha s" userId="16e5d6df1050d5eb" providerId="LiveId" clId="{573BBADD-1BCA-4913-B67F-5A64088B8214}" dt="2024-07-09T04:58:54.890" v="647" actId="6549"/>
          <ac:spMkLst>
            <pc:docMk/>
            <pc:sldMk cId="3463269183" sldId="274"/>
            <ac:spMk id="2" creationId="{DCD7435F-00CA-DD1D-DBFE-51BC26CF09BE}"/>
          </ac:spMkLst>
        </pc:spChg>
        <pc:spChg chg="add mod">
          <ac:chgData name="sujatha s" userId="16e5d6df1050d5eb" providerId="LiveId" clId="{573BBADD-1BCA-4913-B67F-5A64088B8214}" dt="2024-07-09T04:59:56.868" v="662" actId="20577"/>
          <ac:spMkLst>
            <pc:docMk/>
            <pc:sldMk cId="3463269183" sldId="274"/>
            <ac:spMk id="6" creationId="{63BCA5C2-A0D1-692C-0274-B265FE402CCE}"/>
          </ac:spMkLst>
        </pc:spChg>
        <pc:picChg chg="del">
          <ac:chgData name="sujatha s" userId="16e5d6df1050d5eb" providerId="LiveId" clId="{573BBADD-1BCA-4913-B67F-5A64088B8214}" dt="2024-07-09T04:58:55.791" v="648" actId="478"/>
          <ac:picMkLst>
            <pc:docMk/>
            <pc:sldMk cId="3463269183" sldId="274"/>
            <ac:picMk id="4" creationId="{ACE6D791-6A64-B576-5A84-DABF918053C5}"/>
          </ac:picMkLst>
        </pc:picChg>
      </pc:sldChg>
      <pc:sldChg chg="del">
        <pc:chgData name="sujatha s" userId="16e5d6df1050d5eb" providerId="LiveId" clId="{573BBADD-1BCA-4913-B67F-5A64088B8214}" dt="2024-07-09T04:23:42.453" v="55" actId="47"/>
        <pc:sldMkLst>
          <pc:docMk/>
          <pc:sldMk cId="0" sldId="275"/>
        </pc:sldMkLst>
      </pc:sldChg>
      <pc:sldChg chg="del">
        <pc:chgData name="sujatha s" userId="16e5d6df1050d5eb" providerId="LiveId" clId="{573BBADD-1BCA-4913-B67F-5A64088B8214}" dt="2024-07-09T04:23:42.453" v="55" actId="47"/>
        <pc:sldMkLst>
          <pc:docMk/>
          <pc:sldMk cId="0" sldId="276"/>
        </pc:sldMkLst>
      </pc:sldChg>
      <pc:sldChg chg="del">
        <pc:chgData name="sujatha s" userId="16e5d6df1050d5eb" providerId="LiveId" clId="{573BBADD-1BCA-4913-B67F-5A64088B8214}" dt="2024-07-09T04:23:42.453" v="55" actId="47"/>
        <pc:sldMkLst>
          <pc:docMk/>
          <pc:sldMk cId="0" sldId="277"/>
        </pc:sldMkLst>
      </pc:sldChg>
      <pc:sldChg chg="del">
        <pc:chgData name="sujatha s" userId="16e5d6df1050d5eb" providerId="LiveId" clId="{573BBADD-1BCA-4913-B67F-5A64088B8214}" dt="2024-07-09T04:23:42.453" v="55" actId="47"/>
        <pc:sldMkLst>
          <pc:docMk/>
          <pc:sldMk cId="0" sldId="278"/>
        </pc:sldMkLst>
      </pc:sldChg>
      <pc:sldChg chg="del">
        <pc:chgData name="sujatha s" userId="16e5d6df1050d5eb" providerId="LiveId" clId="{573BBADD-1BCA-4913-B67F-5A64088B8214}" dt="2024-07-09T04:23:42.453" v="55" actId="47"/>
        <pc:sldMkLst>
          <pc:docMk/>
          <pc:sldMk cId="0" sldId="279"/>
        </pc:sldMkLst>
      </pc:sldChg>
      <pc:sldChg chg="del">
        <pc:chgData name="sujatha s" userId="16e5d6df1050d5eb" providerId="LiveId" clId="{573BBADD-1BCA-4913-B67F-5A64088B8214}" dt="2024-07-09T04:23:42.453" v="55" actId="47"/>
        <pc:sldMkLst>
          <pc:docMk/>
          <pc:sldMk cId="0" sldId="280"/>
        </pc:sldMkLst>
      </pc:sldChg>
      <pc:sldChg chg="del">
        <pc:chgData name="sujatha s" userId="16e5d6df1050d5eb" providerId="LiveId" clId="{573BBADD-1BCA-4913-B67F-5A64088B8214}" dt="2024-07-09T04:23:42.453" v="55" actId="47"/>
        <pc:sldMkLst>
          <pc:docMk/>
          <pc:sldMk cId="0" sldId="281"/>
        </pc:sldMkLst>
      </pc:sldChg>
      <pc:sldChg chg="del">
        <pc:chgData name="sujatha s" userId="16e5d6df1050d5eb" providerId="LiveId" clId="{573BBADD-1BCA-4913-B67F-5A64088B8214}" dt="2024-07-09T04:23:42.453" v="55" actId="47"/>
        <pc:sldMkLst>
          <pc:docMk/>
          <pc:sldMk cId="0" sldId="282"/>
        </pc:sldMkLst>
      </pc:sldChg>
      <pc:sldChg chg="del">
        <pc:chgData name="sujatha s" userId="16e5d6df1050d5eb" providerId="LiveId" clId="{573BBADD-1BCA-4913-B67F-5A64088B8214}" dt="2024-07-09T04:23:42.453" v="55" actId="47"/>
        <pc:sldMkLst>
          <pc:docMk/>
          <pc:sldMk cId="0" sldId="283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48F30E9-B33F-4FA9-B1AD-EF01569A66B8}" type="datetimeFigureOut">
              <a:rPr lang="en-IN" smtClean="0"/>
              <a:t>19-06-2025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24408B2-13AF-4D7E-B4DF-A23AD7EFD77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0479197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bg>
      <p:bgPr>
        <a:blipFill dpi="0" rotWithShape="0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C6384CE5-D6B6-41AD-AA78-CBCDDE01CBD2}"/>
              </a:ext>
            </a:extLst>
          </p:cNvPr>
          <p:cNvSpPr/>
          <p:nvPr/>
        </p:nvSpPr>
        <p:spPr>
          <a:xfrm>
            <a:off x="0" y="3352800"/>
            <a:ext cx="8686800" cy="2743200"/>
          </a:xfrm>
          <a:prstGeom prst="rect">
            <a:avLst/>
          </a:prstGeom>
          <a:solidFill>
            <a:srgbClr val="1011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C006019-BBAE-428F-8C08-80C448AB734D}"/>
              </a:ext>
            </a:extLst>
          </p:cNvPr>
          <p:cNvSpPr/>
          <p:nvPr/>
        </p:nvSpPr>
        <p:spPr>
          <a:xfrm>
            <a:off x="2895600" y="6096000"/>
            <a:ext cx="2895600" cy="76200"/>
          </a:xfrm>
          <a:prstGeom prst="rect">
            <a:avLst/>
          </a:prstGeom>
          <a:solidFill>
            <a:srgbClr val="76C2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8901AC7-BA14-4EFD-BABD-21ED60F91679}"/>
              </a:ext>
            </a:extLst>
          </p:cNvPr>
          <p:cNvSpPr/>
          <p:nvPr/>
        </p:nvSpPr>
        <p:spPr>
          <a:xfrm>
            <a:off x="0" y="6096000"/>
            <a:ext cx="2895600" cy="76200"/>
          </a:xfrm>
          <a:prstGeom prst="rect">
            <a:avLst/>
          </a:prstGeom>
          <a:solidFill>
            <a:srgbClr val="FCB0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9469A46-3CEF-4529-8006-E01397859019}"/>
              </a:ext>
            </a:extLst>
          </p:cNvPr>
          <p:cNvSpPr/>
          <p:nvPr/>
        </p:nvSpPr>
        <p:spPr>
          <a:xfrm>
            <a:off x="5791200" y="6096000"/>
            <a:ext cx="2895600" cy="76200"/>
          </a:xfrm>
          <a:prstGeom prst="rect">
            <a:avLst/>
          </a:prstGeom>
          <a:solidFill>
            <a:srgbClr val="FF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pic>
        <p:nvPicPr>
          <p:cNvPr id="7" name="Picture 10" descr="BITS_university_logo_whitevert.png">
            <a:extLst>
              <a:ext uri="{FF2B5EF4-FFF2-40B4-BE49-F238E27FC236}">
                <a16:creationId xmlns:a16="http://schemas.microsoft.com/office/drawing/2014/main" id="{418DF661-7D9D-4F7A-B3F9-EC514BE6A5C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" b="28592"/>
          <a:stretch>
            <a:fillRect/>
          </a:stretch>
        </p:blipFill>
        <p:spPr bwMode="auto">
          <a:xfrm>
            <a:off x="76200" y="3352800"/>
            <a:ext cx="2057400" cy="19796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B797E6BC-C4F0-436A-9A65-B34A1114886D}"/>
              </a:ext>
            </a:extLst>
          </p:cNvPr>
          <p:cNvSpPr txBox="1"/>
          <p:nvPr/>
        </p:nvSpPr>
        <p:spPr>
          <a:xfrm>
            <a:off x="-76200" y="5257800"/>
            <a:ext cx="2209800" cy="55403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900" b="1" spc="-150" dirty="0">
                <a:solidFill>
                  <a:schemeClr val="bg1"/>
                </a:solidFill>
                <a:latin typeface="Arial"/>
                <a:cs typeface="Arial"/>
              </a:rPr>
              <a:t>BITS</a:t>
            </a:r>
            <a:r>
              <a:rPr lang="en-US" sz="2900" spc="-150" dirty="0">
                <a:solidFill>
                  <a:schemeClr val="bg1"/>
                </a:solidFill>
                <a:latin typeface="Arial"/>
                <a:cs typeface="Arial"/>
              </a:rPr>
              <a:t> Pilani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E2A5B69-EB60-4578-A01C-3BAD93922F2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2400" y="5667375"/>
            <a:ext cx="1905000" cy="276225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defRPr/>
            </a:pPr>
            <a:r>
              <a:rPr lang="en-US" sz="1200">
                <a:solidFill>
                  <a:srgbClr val="FFFFFF"/>
                </a:solidFill>
                <a:cs typeface="Arial" charset="0"/>
              </a:rPr>
              <a:t>Pilani Campus</a:t>
            </a:r>
          </a:p>
        </p:txBody>
      </p:sp>
      <p:sp>
        <p:nvSpPr>
          <p:cNvPr id="11" name="Title 1"/>
          <p:cNvSpPr>
            <a:spLocks noGrp="1"/>
          </p:cNvSpPr>
          <p:nvPr>
            <p:ph type="title"/>
          </p:nvPr>
        </p:nvSpPr>
        <p:spPr>
          <a:xfrm>
            <a:off x="2514600" y="3810000"/>
            <a:ext cx="6019800" cy="1524000"/>
          </a:xfrm>
        </p:spPr>
        <p:txBody>
          <a:bodyPr anchorCtr="0">
            <a:noAutofit/>
          </a:bodyPr>
          <a:lstStyle>
            <a:lvl1pPr algn="ctr">
              <a:lnSpc>
                <a:spcPts val="4000"/>
              </a:lnSpc>
              <a:defRPr sz="4400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1430382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ustom Layout">
    <p:bg>
      <p:bgPr>
        <a:blipFill dpi="0" rotWithShape="0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8751D348-34E6-486F-9426-3D6E80F5BA9B}"/>
              </a:ext>
            </a:extLst>
          </p:cNvPr>
          <p:cNvSpPr/>
          <p:nvPr/>
        </p:nvSpPr>
        <p:spPr>
          <a:xfrm>
            <a:off x="0" y="3352800"/>
            <a:ext cx="8686800" cy="2743200"/>
          </a:xfrm>
          <a:prstGeom prst="rect">
            <a:avLst/>
          </a:prstGeom>
          <a:solidFill>
            <a:srgbClr val="1011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4ACD02F-0D6E-4F81-A5C4-216CFFDD69E8}"/>
              </a:ext>
            </a:extLst>
          </p:cNvPr>
          <p:cNvSpPr/>
          <p:nvPr/>
        </p:nvSpPr>
        <p:spPr>
          <a:xfrm>
            <a:off x="2895600" y="6096000"/>
            <a:ext cx="2895600" cy="76200"/>
          </a:xfrm>
          <a:prstGeom prst="rect">
            <a:avLst/>
          </a:prstGeom>
          <a:solidFill>
            <a:srgbClr val="76C2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B0EE234-B6CE-4E88-B6E6-191A48B3895E}"/>
              </a:ext>
            </a:extLst>
          </p:cNvPr>
          <p:cNvSpPr/>
          <p:nvPr/>
        </p:nvSpPr>
        <p:spPr>
          <a:xfrm>
            <a:off x="0" y="6096000"/>
            <a:ext cx="2895600" cy="76200"/>
          </a:xfrm>
          <a:prstGeom prst="rect">
            <a:avLst/>
          </a:prstGeom>
          <a:solidFill>
            <a:srgbClr val="FCB0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0201BA3-0713-4AAE-AB1B-6197C1F583C7}"/>
              </a:ext>
            </a:extLst>
          </p:cNvPr>
          <p:cNvSpPr/>
          <p:nvPr/>
        </p:nvSpPr>
        <p:spPr>
          <a:xfrm>
            <a:off x="5791200" y="6096000"/>
            <a:ext cx="2895600" cy="76200"/>
          </a:xfrm>
          <a:prstGeom prst="rect">
            <a:avLst/>
          </a:prstGeom>
          <a:solidFill>
            <a:srgbClr val="FF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pic>
        <p:nvPicPr>
          <p:cNvPr id="9" name="Picture 10" descr="BITS_university_logo_whitevert.png">
            <a:extLst>
              <a:ext uri="{FF2B5EF4-FFF2-40B4-BE49-F238E27FC236}">
                <a16:creationId xmlns:a16="http://schemas.microsoft.com/office/drawing/2014/main" id="{FC9089C7-B84A-444B-84B1-648951CD1F1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" b="28592"/>
          <a:stretch>
            <a:fillRect/>
          </a:stretch>
        </p:blipFill>
        <p:spPr bwMode="auto">
          <a:xfrm>
            <a:off x="76200" y="3352800"/>
            <a:ext cx="2057400" cy="19796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E9BFAD19-45FC-412C-85BF-3D9A5F7B582E}"/>
              </a:ext>
            </a:extLst>
          </p:cNvPr>
          <p:cNvSpPr txBox="1"/>
          <p:nvPr/>
        </p:nvSpPr>
        <p:spPr>
          <a:xfrm>
            <a:off x="-76200" y="5257800"/>
            <a:ext cx="2209800" cy="55403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900" b="1" spc="-150" dirty="0">
                <a:solidFill>
                  <a:schemeClr val="bg1"/>
                </a:solidFill>
                <a:latin typeface="Arial"/>
                <a:cs typeface="Arial"/>
              </a:rPr>
              <a:t>BITS</a:t>
            </a:r>
            <a:r>
              <a:rPr lang="en-US" sz="2900" spc="-150" dirty="0">
                <a:solidFill>
                  <a:schemeClr val="bg1"/>
                </a:solidFill>
                <a:latin typeface="Arial"/>
                <a:cs typeface="Arial"/>
              </a:rPr>
              <a:t> Pilani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CDEF2A5-19EF-4AB3-B5C9-96E630D0A4F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2400" y="5667375"/>
            <a:ext cx="1905000" cy="276225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defRPr/>
            </a:pPr>
            <a:r>
              <a:rPr lang="en-US" sz="1200">
                <a:solidFill>
                  <a:srgbClr val="FFFFFF"/>
                </a:solidFill>
                <a:cs typeface="Arial" charset="0"/>
              </a:rPr>
              <a:t>Pilani Campus</a:t>
            </a:r>
          </a:p>
        </p:txBody>
      </p:sp>
      <p:sp>
        <p:nvSpPr>
          <p:cNvPr id="7" name="Content Placeholder 6"/>
          <p:cNvSpPr>
            <a:spLocks noGrp="1"/>
          </p:cNvSpPr>
          <p:nvPr>
            <p:ph sz="quarter" idx="13"/>
          </p:nvPr>
        </p:nvSpPr>
        <p:spPr>
          <a:xfrm>
            <a:off x="2514600" y="5410200"/>
            <a:ext cx="6019800" cy="533400"/>
          </a:xfrm>
        </p:spPr>
        <p:txBody>
          <a:bodyPr anchor="b">
            <a:noAutofit/>
          </a:bodyPr>
          <a:lstStyle>
            <a:lvl1pPr marL="0" indent="0" algn="r">
              <a:lnSpc>
                <a:spcPts val="1800"/>
              </a:lnSpc>
              <a:spcBef>
                <a:spcPts val="0"/>
              </a:spcBef>
              <a:buNone/>
              <a:defRPr sz="1800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14600" y="3810000"/>
            <a:ext cx="6019800" cy="1524000"/>
          </a:xfrm>
        </p:spPr>
        <p:txBody>
          <a:bodyPr anchorCtr="0">
            <a:noAutofit/>
          </a:bodyPr>
          <a:lstStyle>
            <a:lvl1pPr algn="l">
              <a:lnSpc>
                <a:spcPts val="4000"/>
              </a:lnSpc>
              <a:defRPr sz="4400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6823516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6" descr="\\Server\D\jyoti\FI023_BITS_v1\styleguide img\IMG_5627_b.jpg">
            <a:extLst>
              <a:ext uri="{FF2B5EF4-FFF2-40B4-BE49-F238E27FC236}">
                <a16:creationId xmlns:a16="http://schemas.microsoft.com/office/drawing/2014/main" id="{838E8D51-2627-4004-9A09-829CEFF3597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E6FBB843-6AE9-4DC0-B426-545DDE681CD8}"/>
              </a:ext>
            </a:extLst>
          </p:cNvPr>
          <p:cNvSpPr/>
          <p:nvPr/>
        </p:nvSpPr>
        <p:spPr>
          <a:xfrm>
            <a:off x="0" y="4281488"/>
            <a:ext cx="9144000" cy="2576512"/>
          </a:xfrm>
          <a:prstGeom prst="rect">
            <a:avLst/>
          </a:prstGeom>
          <a:solidFill>
            <a:schemeClr val="bg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pic>
        <p:nvPicPr>
          <p:cNvPr id="5" name="Picture 8" descr="Picture 7.png">
            <a:extLst>
              <a:ext uri="{FF2B5EF4-FFF2-40B4-BE49-F238E27FC236}">
                <a16:creationId xmlns:a16="http://schemas.microsoft.com/office/drawing/2014/main" id="{D3D5DCE3-2234-44D9-97BB-6491E0D1E4B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23" b="5336"/>
          <a:stretch>
            <a:fillRect/>
          </a:stretch>
        </p:blipFill>
        <p:spPr bwMode="auto">
          <a:xfrm>
            <a:off x="6629400" y="0"/>
            <a:ext cx="2193925" cy="692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B0B177E0-0AFE-4F51-B969-AE98A4C7B0D8}"/>
              </a:ext>
            </a:extLst>
          </p:cNvPr>
          <p:cNvSpPr/>
          <p:nvPr/>
        </p:nvSpPr>
        <p:spPr>
          <a:xfrm>
            <a:off x="2882900" y="6775450"/>
            <a:ext cx="2895600" cy="76200"/>
          </a:xfrm>
          <a:prstGeom prst="rect">
            <a:avLst/>
          </a:prstGeom>
          <a:solidFill>
            <a:srgbClr val="76C2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28289F1-B31E-4437-AA82-5BDA6B39ADA0}"/>
              </a:ext>
            </a:extLst>
          </p:cNvPr>
          <p:cNvSpPr/>
          <p:nvPr/>
        </p:nvSpPr>
        <p:spPr>
          <a:xfrm>
            <a:off x="-12700" y="6775450"/>
            <a:ext cx="2895600" cy="76200"/>
          </a:xfrm>
          <a:prstGeom prst="rect">
            <a:avLst/>
          </a:prstGeom>
          <a:solidFill>
            <a:srgbClr val="FCB0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EB8DB9FE-CB80-433C-9331-4FDB2318FDB2}"/>
              </a:ext>
            </a:extLst>
          </p:cNvPr>
          <p:cNvSpPr/>
          <p:nvPr/>
        </p:nvSpPr>
        <p:spPr>
          <a:xfrm>
            <a:off x="5778500" y="6775450"/>
            <a:ext cx="2895600" cy="76200"/>
          </a:xfrm>
          <a:prstGeom prst="rect">
            <a:avLst/>
          </a:prstGeom>
          <a:solidFill>
            <a:srgbClr val="FF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0FF6EB7-005F-49D6-9E2F-3D9DD5563B16}"/>
              </a:ext>
            </a:extLst>
          </p:cNvPr>
          <p:cNvSpPr txBox="1"/>
          <p:nvPr/>
        </p:nvSpPr>
        <p:spPr>
          <a:xfrm>
            <a:off x="6858000" y="762000"/>
            <a:ext cx="2209800" cy="55403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900" b="1" spc="-150" dirty="0">
                <a:solidFill>
                  <a:schemeClr val="bg1"/>
                </a:solidFill>
                <a:latin typeface="Arial"/>
                <a:cs typeface="Arial"/>
              </a:rPr>
              <a:t>BITS</a:t>
            </a:r>
            <a:r>
              <a:rPr lang="en-US" sz="2900" spc="-150" dirty="0">
                <a:solidFill>
                  <a:schemeClr val="bg1"/>
                </a:solidFill>
                <a:latin typeface="Arial"/>
                <a:cs typeface="Arial"/>
              </a:rPr>
              <a:t> Pilani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83AE1F1-9882-44AB-B6DD-1B475436B1A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086600" y="1171575"/>
            <a:ext cx="1905000" cy="276225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defRPr/>
            </a:pPr>
            <a:r>
              <a:rPr lang="en-US" sz="1200">
                <a:solidFill>
                  <a:srgbClr val="FFFFFF"/>
                </a:solidFill>
                <a:cs typeface="Arial" charset="0"/>
              </a:rPr>
              <a:t>Pilani Campus</a:t>
            </a:r>
          </a:p>
        </p:txBody>
      </p:sp>
      <p:sp>
        <p:nvSpPr>
          <p:cNvPr id="17" name="Content Placeholder 16"/>
          <p:cNvSpPr>
            <a:spLocks noGrp="1"/>
          </p:cNvSpPr>
          <p:nvPr>
            <p:ph sz="quarter" idx="10"/>
          </p:nvPr>
        </p:nvSpPr>
        <p:spPr>
          <a:xfrm>
            <a:off x="304800" y="4648200"/>
            <a:ext cx="8458200" cy="1600200"/>
          </a:xfrm>
        </p:spPr>
        <p:txBody>
          <a:bodyPr>
            <a:noAutofit/>
          </a:bodyPr>
          <a:lstStyle>
            <a:lvl1pPr marL="0" indent="0">
              <a:lnSpc>
                <a:spcPts val="4200"/>
              </a:lnSpc>
              <a:spcBef>
                <a:spcPts val="0"/>
              </a:spcBef>
              <a:buNone/>
              <a:defRPr sz="4000" b="1" spc="-150" baseline="0"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</p:spTree>
    <p:extLst>
      <p:ext uri="{BB962C8B-B14F-4D97-AF65-F5344CB8AC3E}">
        <p14:creationId xmlns:p14="http://schemas.microsoft.com/office/powerpoint/2010/main" val="6185561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47E0B5AF-FB0E-4A14-AC4E-ABAFF702CE2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76600" y="6596063"/>
            <a:ext cx="5867400" cy="261937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algn="r" eaLnBrk="1" hangingPunct="1">
              <a:defRPr/>
            </a:pPr>
            <a:r>
              <a:rPr lang="en-US" sz="1100" b="1">
                <a:solidFill>
                  <a:srgbClr val="101141"/>
                </a:solidFill>
                <a:cs typeface="Arial" charset="0"/>
              </a:rPr>
              <a:t>BITS </a:t>
            </a:r>
            <a:r>
              <a:rPr lang="en-US" sz="1100">
                <a:solidFill>
                  <a:srgbClr val="101141"/>
                </a:solidFill>
                <a:cs typeface="Arial" charset="0"/>
              </a:rPr>
              <a:t>Pilani, Pilani Campus</a:t>
            </a:r>
          </a:p>
        </p:txBody>
      </p:sp>
      <p:grpSp>
        <p:nvGrpSpPr>
          <p:cNvPr id="5" name="Group 11">
            <a:extLst>
              <a:ext uri="{FF2B5EF4-FFF2-40B4-BE49-F238E27FC236}">
                <a16:creationId xmlns:a16="http://schemas.microsoft.com/office/drawing/2014/main" id="{876118FD-8CC9-4FEC-97EE-7F56E6AE74BE}"/>
              </a:ext>
            </a:extLst>
          </p:cNvPr>
          <p:cNvGrpSpPr>
            <a:grpSpLocks/>
          </p:cNvGrpSpPr>
          <p:nvPr/>
        </p:nvGrpSpPr>
        <p:grpSpPr bwMode="auto">
          <a:xfrm>
            <a:off x="2084388" y="6550025"/>
            <a:ext cx="7059612" cy="49213"/>
            <a:chOff x="2083888" y="6550671"/>
            <a:chExt cx="7060112" cy="48665"/>
          </a:xfrm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68BAB967-5406-48C7-A8D3-67D129A475CF}"/>
                </a:ext>
              </a:extLst>
            </p:cNvPr>
            <p:cNvSpPr/>
            <p:nvPr/>
          </p:nvSpPr>
          <p:spPr>
            <a:xfrm>
              <a:off x="4630418" y="6550671"/>
              <a:ext cx="2329027" cy="48665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2A003441-A452-4951-99DE-4D1A8F805CFC}"/>
                </a:ext>
              </a:extLst>
            </p:cNvPr>
            <p:cNvSpPr/>
            <p:nvPr/>
          </p:nvSpPr>
          <p:spPr>
            <a:xfrm>
              <a:off x="6908642" y="6550671"/>
              <a:ext cx="2235358" cy="45525"/>
            </a:xfrm>
            <a:prstGeom prst="rect">
              <a:avLst/>
            </a:prstGeom>
            <a:solidFill>
              <a:srgbClr val="E31C2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1F5FA81F-759E-4D61-B4E7-F0A03019C91A}"/>
                </a:ext>
              </a:extLst>
            </p:cNvPr>
            <p:cNvSpPr/>
            <p:nvPr/>
          </p:nvSpPr>
          <p:spPr>
            <a:xfrm>
              <a:off x="2083888" y="6550671"/>
              <a:ext cx="2581458" cy="48665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</p:grpSp>
      <p:pic>
        <p:nvPicPr>
          <p:cNvPr id="9" name="Picture 11" descr="Picture 7.png">
            <a:extLst>
              <a:ext uri="{FF2B5EF4-FFF2-40B4-BE49-F238E27FC236}">
                <a16:creationId xmlns:a16="http://schemas.microsoft.com/office/drawing/2014/main" id="{74E9DEAB-12F3-435F-AE61-4FB7AF3D3CE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23" b="5336"/>
          <a:stretch>
            <a:fillRect/>
          </a:stretch>
        </p:blipFill>
        <p:spPr bwMode="auto">
          <a:xfrm>
            <a:off x="6629400" y="0"/>
            <a:ext cx="2193925" cy="692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10" name="Group 18">
            <a:extLst>
              <a:ext uri="{FF2B5EF4-FFF2-40B4-BE49-F238E27FC236}">
                <a16:creationId xmlns:a16="http://schemas.microsoft.com/office/drawing/2014/main" id="{3140E80D-E22F-46F9-994D-0EEFF324ED04}"/>
              </a:ext>
            </a:extLst>
          </p:cNvPr>
          <p:cNvGrpSpPr>
            <a:grpSpLocks/>
          </p:cNvGrpSpPr>
          <p:nvPr/>
        </p:nvGrpSpPr>
        <p:grpSpPr bwMode="auto">
          <a:xfrm>
            <a:off x="2133600" y="6553200"/>
            <a:ext cx="7010400" cy="46038"/>
            <a:chOff x="1905000" y="6553200"/>
            <a:chExt cx="7010400" cy="45719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33E903B3-410C-4977-AB80-622356CB8540}"/>
                </a:ext>
              </a:extLst>
            </p:cNvPr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677A068E-EDBF-410C-8251-4002F6191335}"/>
                </a:ext>
              </a:extLst>
            </p:cNvPr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BC87DC4E-5C98-406B-9CF3-3D6AAEA65F45}"/>
                </a:ext>
              </a:extLst>
            </p:cNvPr>
            <p:cNvSpPr/>
            <p:nvPr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</p:grpSp>
      <p:grpSp>
        <p:nvGrpSpPr>
          <p:cNvPr id="14" name="Group 22">
            <a:extLst>
              <a:ext uri="{FF2B5EF4-FFF2-40B4-BE49-F238E27FC236}">
                <a16:creationId xmlns:a16="http://schemas.microsoft.com/office/drawing/2014/main" id="{618EA329-86AA-48D5-921E-2DF620F66922}"/>
              </a:ext>
            </a:extLst>
          </p:cNvPr>
          <p:cNvGrpSpPr>
            <a:grpSpLocks/>
          </p:cNvGrpSpPr>
          <p:nvPr/>
        </p:nvGrpSpPr>
        <p:grpSpPr bwMode="auto">
          <a:xfrm>
            <a:off x="0" y="1295400"/>
            <a:ext cx="7010400" cy="46038"/>
            <a:chOff x="1905000" y="6553200"/>
            <a:chExt cx="7010400" cy="45719"/>
          </a:xfrm>
        </p:grpSpPr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9A7C8894-6EED-490D-9FFB-3E96A25D5235}"/>
                </a:ext>
              </a:extLst>
            </p:cNvPr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917BB22E-A917-4D0B-B459-183772CA8B7C}"/>
                </a:ext>
              </a:extLst>
            </p:cNvPr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0DC36EE6-E16C-4EFB-A3D8-449CFA295992}"/>
                </a:ext>
              </a:extLst>
            </p:cNvPr>
            <p:cNvSpPr/>
            <p:nvPr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</p:grp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1600200"/>
            <a:ext cx="8229600" cy="4525963"/>
          </a:xfrm>
        </p:spPr>
        <p:txBody>
          <a:bodyPr/>
          <a:lstStyle>
            <a:lvl1pPr marL="342900" marR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None/>
              <a:tabLst/>
              <a:defRPr sz="2400">
                <a:latin typeface="Arial" pitchFamily="34" charset="0"/>
                <a:cs typeface="Arial" pitchFamily="34" charset="0"/>
              </a:defRPr>
            </a:lvl1pPr>
            <a:lvl2pPr marL="742950" marR="0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 sz="1600">
                <a:latin typeface="Arial" pitchFamily="34" charset="0"/>
                <a:cs typeface="Arial" pitchFamily="34" charset="0"/>
              </a:defRPr>
            </a:lvl2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US" dirty="0"/>
          </a:p>
        </p:txBody>
      </p:sp>
      <p:sp>
        <p:nvSpPr>
          <p:cNvPr id="27" name="Content Placeholder 18"/>
          <p:cNvSpPr>
            <a:spLocks noGrp="1"/>
          </p:cNvSpPr>
          <p:nvPr>
            <p:ph sz="quarter" idx="10"/>
          </p:nvPr>
        </p:nvSpPr>
        <p:spPr>
          <a:xfrm>
            <a:off x="304800" y="152400"/>
            <a:ext cx="6324600" cy="1143000"/>
          </a:xfrm>
        </p:spPr>
        <p:txBody>
          <a:bodyPr anchor="ctr">
            <a:normAutofit/>
          </a:bodyPr>
          <a:lstStyle>
            <a:lvl1pPr marL="0">
              <a:lnSpc>
                <a:spcPts val="3600"/>
              </a:lnSpc>
              <a:spcBef>
                <a:spcPts val="0"/>
              </a:spcBef>
              <a:buNone/>
              <a:defRPr sz="3600" b="1" spc="-150" baseline="0"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5015808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6" descr="Picture 7.png">
            <a:extLst>
              <a:ext uri="{FF2B5EF4-FFF2-40B4-BE49-F238E27FC236}">
                <a16:creationId xmlns:a16="http://schemas.microsoft.com/office/drawing/2014/main" id="{33EC19EC-AC5F-45F8-8320-48550739F33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23" b="5336"/>
          <a:stretch>
            <a:fillRect/>
          </a:stretch>
        </p:blipFill>
        <p:spPr bwMode="auto">
          <a:xfrm>
            <a:off x="6629400" y="0"/>
            <a:ext cx="2193925" cy="692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6" name="Group 19">
            <a:extLst>
              <a:ext uri="{FF2B5EF4-FFF2-40B4-BE49-F238E27FC236}">
                <a16:creationId xmlns:a16="http://schemas.microsoft.com/office/drawing/2014/main" id="{606FF5C5-145D-4ED3-8309-9F6FEC6D4D29}"/>
              </a:ext>
            </a:extLst>
          </p:cNvPr>
          <p:cNvGrpSpPr>
            <a:grpSpLocks/>
          </p:cNvGrpSpPr>
          <p:nvPr/>
        </p:nvGrpSpPr>
        <p:grpSpPr bwMode="auto">
          <a:xfrm>
            <a:off x="0" y="1295400"/>
            <a:ext cx="7010400" cy="46038"/>
            <a:chOff x="1905000" y="6553200"/>
            <a:chExt cx="7010400" cy="45719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B4D8BFBA-A1B9-491F-A1CE-CB1B0F8071C2}"/>
                </a:ext>
              </a:extLst>
            </p:cNvPr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91D92C71-CBA3-44AB-BD8E-754B56EE7A14}"/>
                </a:ext>
              </a:extLst>
            </p:cNvPr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8428A810-60AF-4962-B625-56E2AAE981AE}"/>
                </a:ext>
              </a:extLst>
            </p:cNvPr>
            <p:cNvSpPr/>
            <p:nvPr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</p:grpSp>
      <p:grpSp>
        <p:nvGrpSpPr>
          <p:cNvPr id="10" name="Group 28">
            <a:extLst>
              <a:ext uri="{FF2B5EF4-FFF2-40B4-BE49-F238E27FC236}">
                <a16:creationId xmlns:a16="http://schemas.microsoft.com/office/drawing/2014/main" id="{9576CE1B-ABF7-4B26-AF4A-413DC04D18DF}"/>
              </a:ext>
            </a:extLst>
          </p:cNvPr>
          <p:cNvGrpSpPr>
            <a:grpSpLocks/>
          </p:cNvGrpSpPr>
          <p:nvPr/>
        </p:nvGrpSpPr>
        <p:grpSpPr bwMode="auto">
          <a:xfrm>
            <a:off x="2133600" y="6553200"/>
            <a:ext cx="7010400" cy="46038"/>
            <a:chOff x="1905000" y="6553200"/>
            <a:chExt cx="7010400" cy="45719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F6155EE3-8664-4EE7-A7A5-D4C7339BFE7C}"/>
                </a:ext>
              </a:extLst>
            </p:cNvPr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54CF6B20-EC17-4C07-97A2-CF1DDB340208}"/>
                </a:ext>
              </a:extLst>
            </p:cNvPr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BD0F3460-A5CE-4756-B18B-F0C6AE83D6F7}"/>
                </a:ext>
              </a:extLst>
            </p:cNvPr>
            <p:cNvSpPr/>
            <p:nvPr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</p:grpSp>
      <p:sp>
        <p:nvSpPr>
          <p:cNvPr id="14" name="TextBox 13">
            <a:extLst>
              <a:ext uri="{FF2B5EF4-FFF2-40B4-BE49-F238E27FC236}">
                <a16:creationId xmlns:a16="http://schemas.microsoft.com/office/drawing/2014/main" id="{BA683084-AA75-44BB-9EFF-7600830AB0D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76600" y="6596063"/>
            <a:ext cx="5867400" cy="261937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algn="r" eaLnBrk="1" hangingPunct="1">
              <a:defRPr/>
            </a:pPr>
            <a:r>
              <a:rPr lang="en-US" sz="1100" b="1">
                <a:solidFill>
                  <a:srgbClr val="101141"/>
                </a:solidFill>
                <a:cs typeface="Arial" charset="0"/>
              </a:rPr>
              <a:t>BITS </a:t>
            </a:r>
            <a:r>
              <a:rPr lang="en-US" sz="1100">
                <a:solidFill>
                  <a:srgbClr val="101141"/>
                </a:solidFill>
                <a:cs typeface="Arial" charset="0"/>
              </a:rPr>
              <a:t>Pilani, Pilani Campus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 marL="342900" marR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None/>
              <a:tabLst/>
              <a:defRPr sz="2800"/>
            </a:lvl1pPr>
            <a:lvl2pPr marL="742950" marR="0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 sz="16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953000" y="1600200"/>
            <a:ext cx="4038600" cy="4525963"/>
          </a:xfrm>
        </p:spPr>
        <p:txBody>
          <a:bodyPr/>
          <a:lstStyle>
            <a:lvl1pPr marL="342900" marR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None/>
              <a:tabLst/>
              <a:defRPr sz="2800"/>
            </a:lvl1pPr>
            <a:lvl2pPr marL="742950" marR="0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 sz="1600">
                <a:latin typeface="Arial" pitchFamily="34" charset="0"/>
                <a:cs typeface="Arial" pitchFamily="34" charset="0"/>
              </a:defRPr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US" dirty="0"/>
          </a:p>
        </p:txBody>
      </p:sp>
      <p:sp>
        <p:nvSpPr>
          <p:cNvPr id="19" name="Content Placeholder 18"/>
          <p:cNvSpPr>
            <a:spLocks noGrp="1"/>
          </p:cNvSpPr>
          <p:nvPr>
            <p:ph sz="quarter" idx="10"/>
          </p:nvPr>
        </p:nvSpPr>
        <p:spPr>
          <a:xfrm>
            <a:off x="304800" y="152400"/>
            <a:ext cx="6324600" cy="1143000"/>
          </a:xfrm>
        </p:spPr>
        <p:txBody>
          <a:bodyPr anchor="ctr">
            <a:normAutofit/>
          </a:bodyPr>
          <a:lstStyle>
            <a:lvl1pPr marL="0">
              <a:lnSpc>
                <a:spcPts val="3600"/>
              </a:lnSpc>
              <a:spcBef>
                <a:spcPts val="0"/>
              </a:spcBef>
              <a:buNone/>
              <a:defRPr sz="3600" b="1" spc="-150" baseline="0"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1483358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10">
            <a:extLst>
              <a:ext uri="{FF2B5EF4-FFF2-40B4-BE49-F238E27FC236}">
                <a16:creationId xmlns:a16="http://schemas.microsoft.com/office/drawing/2014/main" id="{CB13F555-807F-4FAC-9429-9C176635E9D5}"/>
              </a:ext>
            </a:extLst>
          </p:cNvPr>
          <p:cNvGrpSpPr>
            <a:grpSpLocks/>
          </p:cNvGrpSpPr>
          <p:nvPr/>
        </p:nvGrpSpPr>
        <p:grpSpPr bwMode="auto">
          <a:xfrm>
            <a:off x="0" y="1295400"/>
            <a:ext cx="7010400" cy="46038"/>
            <a:chOff x="1905000" y="6553200"/>
            <a:chExt cx="7010400" cy="45719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871B6BCE-2391-4FB5-8D75-C53C1C674C12}"/>
                </a:ext>
              </a:extLst>
            </p:cNvPr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9FC1BA02-77AD-46F2-915B-6F9051F1BCFB}"/>
                </a:ext>
              </a:extLst>
            </p:cNvPr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85702F42-3500-4D78-87B4-70BA36DC08B4}"/>
                </a:ext>
              </a:extLst>
            </p:cNvPr>
            <p:cNvSpPr/>
            <p:nvPr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</p:grpSp>
      <p:grpSp>
        <p:nvGrpSpPr>
          <p:cNvPr id="12" name="Group 15">
            <a:extLst>
              <a:ext uri="{FF2B5EF4-FFF2-40B4-BE49-F238E27FC236}">
                <a16:creationId xmlns:a16="http://schemas.microsoft.com/office/drawing/2014/main" id="{299B40E3-8A61-4A4F-971B-F839F6580965}"/>
              </a:ext>
            </a:extLst>
          </p:cNvPr>
          <p:cNvGrpSpPr>
            <a:grpSpLocks/>
          </p:cNvGrpSpPr>
          <p:nvPr/>
        </p:nvGrpSpPr>
        <p:grpSpPr bwMode="auto">
          <a:xfrm>
            <a:off x="2133600" y="6553200"/>
            <a:ext cx="7010400" cy="46038"/>
            <a:chOff x="1905000" y="6553200"/>
            <a:chExt cx="7010400" cy="45719"/>
          </a:xfrm>
        </p:grpSpPr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44260FC3-FE54-4FA6-8810-90846188A2D3}"/>
                </a:ext>
              </a:extLst>
            </p:cNvPr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E50CE47D-DEBC-4955-90F0-6F37DCF98535}"/>
                </a:ext>
              </a:extLst>
            </p:cNvPr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B8A8F96F-1F1B-42CB-A4E8-923244259EEE}"/>
                </a:ext>
              </a:extLst>
            </p:cNvPr>
            <p:cNvSpPr/>
            <p:nvPr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</p:grpSp>
      <p:pic>
        <p:nvPicPr>
          <p:cNvPr id="16" name="Picture 14" descr="Picture 7.png">
            <a:extLst>
              <a:ext uri="{FF2B5EF4-FFF2-40B4-BE49-F238E27FC236}">
                <a16:creationId xmlns:a16="http://schemas.microsoft.com/office/drawing/2014/main" id="{5C0905C2-E040-45CA-8AF4-C1F47FC46F5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23" b="5336"/>
          <a:stretch>
            <a:fillRect/>
          </a:stretch>
        </p:blipFill>
        <p:spPr bwMode="auto">
          <a:xfrm>
            <a:off x="6629400" y="0"/>
            <a:ext cx="2193925" cy="692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D9B7B9AB-17DB-468E-A38A-54D6DCBAB30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76600" y="6596063"/>
            <a:ext cx="5867400" cy="261937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algn="r" eaLnBrk="1" hangingPunct="1">
              <a:defRPr/>
            </a:pPr>
            <a:r>
              <a:rPr lang="en-US" sz="1100" b="1">
                <a:solidFill>
                  <a:srgbClr val="101141"/>
                </a:solidFill>
                <a:cs typeface="Arial" charset="0"/>
              </a:rPr>
              <a:t>BITS </a:t>
            </a:r>
            <a:r>
              <a:rPr lang="en-US" sz="1100">
                <a:solidFill>
                  <a:srgbClr val="101141"/>
                </a:solidFill>
                <a:cs typeface="Arial" charset="0"/>
              </a:rPr>
              <a:t>Pilani, Deemed to be University under Section 3 of UGC Act, 1956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2"/>
            <a:ext cx="4040188" cy="827087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362199"/>
            <a:ext cx="4040188" cy="3763963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2"/>
            <a:ext cx="4041775" cy="827087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362199"/>
            <a:ext cx="4041775" cy="3763963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Content Placeholder 18"/>
          <p:cNvSpPr>
            <a:spLocks noGrp="1"/>
          </p:cNvSpPr>
          <p:nvPr>
            <p:ph sz="quarter" idx="10"/>
          </p:nvPr>
        </p:nvSpPr>
        <p:spPr>
          <a:xfrm>
            <a:off x="304800" y="152400"/>
            <a:ext cx="6324600" cy="1143000"/>
          </a:xfrm>
        </p:spPr>
        <p:txBody>
          <a:bodyPr anchor="ctr">
            <a:normAutofit/>
          </a:bodyPr>
          <a:lstStyle>
            <a:lvl1pPr marL="0">
              <a:lnSpc>
                <a:spcPts val="3600"/>
              </a:lnSpc>
              <a:spcBef>
                <a:spcPts val="0"/>
              </a:spcBef>
              <a:buNone/>
              <a:defRPr sz="3600" b="1" spc="-150" baseline="0"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9717050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5">
            <a:extLst>
              <a:ext uri="{FF2B5EF4-FFF2-40B4-BE49-F238E27FC236}">
                <a16:creationId xmlns:a16="http://schemas.microsoft.com/office/drawing/2014/main" id="{F1C23C1A-F563-4ABE-A2E1-D53EA5DABF89}"/>
              </a:ext>
            </a:extLst>
          </p:cNvPr>
          <p:cNvGrpSpPr>
            <a:grpSpLocks/>
          </p:cNvGrpSpPr>
          <p:nvPr/>
        </p:nvGrpSpPr>
        <p:grpSpPr bwMode="auto">
          <a:xfrm>
            <a:off x="0" y="1295400"/>
            <a:ext cx="7010400" cy="46038"/>
            <a:chOff x="1905000" y="6553200"/>
            <a:chExt cx="7010400" cy="45719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54C5DC76-1C2F-4018-A116-3C766E49B829}"/>
                </a:ext>
              </a:extLst>
            </p:cNvPr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F192F172-EF22-46AE-BDE4-8F6964487BF6}"/>
                </a:ext>
              </a:extLst>
            </p:cNvPr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9A5BA094-10A3-4EE9-A501-BE18161C3C01}"/>
                </a:ext>
              </a:extLst>
            </p:cNvPr>
            <p:cNvSpPr/>
            <p:nvPr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</p:grpSp>
      <p:grpSp>
        <p:nvGrpSpPr>
          <p:cNvPr id="8" name="Group 10">
            <a:extLst>
              <a:ext uri="{FF2B5EF4-FFF2-40B4-BE49-F238E27FC236}">
                <a16:creationId xmlns:a16="http://schemas.microsoft.com/office/drawing/2014/main" id="{B6CB6912-B578-4923-904C-013779062439}"/>
              </a:ext>
            </a:extLst>
          </p:cNvPr>
          <p:cNvGrpSpPr>
            <a:grpSpLocks/>
          </p:cNvGrpSpPr>
          <p:nvPr/>
        </p:nvGrpSpPr>
        <p:grpSpPr bwMode="auto">
          <a:xfrm>
            <a:off x="2133600" y="6553200"/>
            <a:ext cx="7010400" cy="46038"/>
            <a:chOff x="1905000" y="6553200"/>
            <a:chExt cx="7010400" cy="45719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F4793F7F-4BE5-4FAA-8805-D37A0C2FF4FE}"/>
                </a:ext>
              </a:extLst>
            </p:cNvPr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95F6574B-11E8-441A-99C8-98069459A516}"/>
                </a:ext>
              </a:extLst>
            </p:cNvPr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4543A61C-51F6-40BE-9E4E-B04B5AA44CD4}"/>
                </a:ext>
              </a:extLst>
            </p:cNvPr>
            <p:cNvSpPr/>
            <p:nvPr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</p:grpSp>
      <p:pic>
        <p:nvPicPr>
          <p:cNvPr id="12" name="Picture 14" descr="Picture 7.png">
            <a:extLst>
              <a:ext uri="{FF2B5EF4-FFF2-40B4-BE49-F238E27FC236}">
                <a16:creationId xmlns:a16="http://schemas.microsoft.com/office/drawing/2014/main" id="{8DBD2DFF-8423-41DF-88DF-888439B4B69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23" b="5336"/>
          <a:stretch>
            <a:fillRect/>
          </a:stretch>
        </p:blipFill>
        <p:spPr bwMode="auto">
          <a:xfrm>
            <a:off x="6629400" y="0"/>
            <a:ext cx="2193925" cy="692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6167C60F-CDC0-4A04-8A93-BAE1635BB28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76600" y="6596063"/>
            <a:ext cx="5867400" cy="261937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algn="r" eaLnBrk="1" hangingPunct="1">
              <a:defRPr/>
            </a:pPr>
            <a:r>
              <a:rPr lang="en-US" sz="1100" b="1">
                <a:solidFill>
                  <a:srgbClr val="101141"/>
                </a:solidFill>
                <a:cs typeface="Arial" charset="0"/>
              </a:rPr>
              <a:t>BITS </a:t>
            </a:r>
            <a:r>
              <a:rPr lang="en-US" sz="1100">
                <a:solidFill>
                  <a:srgbClr val="101141"/>
                </a:solidFill>
                <a:cs typeface="Arial" charset="0"/>
              </a:rPr>
              <a:t>Pilani, Deemed to be University under Section 3 of UGC Act, 1956</a:t>
            </a:r>
          </a:p>
        </p:txBody>
      </p:sp>
      <p:sp>
        <p:nvSpPr>
          <p:cNvPr id="5" name="Content Placeholder 18"/>
          <p:cNvSpPr>
            <a:spLocks noGrp="1"/>
          </p:cNvSpPr>
          <p:nvPr>
            <p:ph sz="quarter" idx="10"/>
          </p:nvPr>
        </p:nvSpPr>
        <p:spPr>
          <a:xfrm>
            <a:off x="304800" y="152400"/>
            <a:ext cx="6324600" cy="1143000"/>
          </a:xfrm>
        </p:spPr>
        <p:txBody>
          <a:bodyPr anchor="ctr">
            <a:normAutofit/>
          </a:bodyPr>
          <a:lstStyle>
            <a:lvl1pPr marL="0">
              <a:lnSpc>
                <a:spcPts val="3600"/>
              </a:lnSpc>
              <a:spcBef>
                <a:spcPts val="0"/>
              </a:spcBef>
              <a:buNone/>
              <a:defRPr sz="3600" b="1" spc="-150" baseline="0"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60801621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8">
            <a:extLst>
              <a:ext uri="{FF2B5EF4-FFF2-40B4-BE49-F238E27FC236}">
                <a16:creationId xmlns:a16="http://schemas.microsoft.com/office/drawing/2014/main" id="{A5DF8F88-3774-4855-9292-E01FEFB37655}"/>
              </a:ext>
            </a:extLst>
          </p:cNvPr>
          <p:cNvGrpSpPr>
            <a:grpSpLocks/>
          </p:cNvGrpSpPr>
          <p:nvPr/>
        </p:nvGrpSpPr>
        <p:grpSpPr bwMode="auto">
          <a:xfrm>
            <a:off x="0" y="1295400"/>
            <a:ext cx="7010400" cy="46038"/>
            <a:chOff x="1905000" y="6553200"/>
            <a:chExt cx="7010400" cy="45719"/>
          </a:xfrm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B7FB3B03-EACD-4655-94FA-B58F36898917}"/>
                </a:ext>
              </a:extLst>
            </p:cNvPr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E80E632A-E619-40FD-8E98-1C8A851EB5E4}"/>
                </a:ext>
              </a:extLst>
            </p:cNvPr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426DC4D7-3F22-4896-8589-F2B4F9318DD1}"/>
                </a:ext>
              </a:extLst>
            </p:cNvPr>
            <p:cNvSpPr/>
            <p:nvPr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</p:grpSp>
      <p:grpSp>
        <p:nvGrpSpPr>
          <p:cNvPr id="10" name="Group 13">
            <a:extLst>
              <a:ext uri="{FF2B5EF4-FFF2-40B4-BE49-F238E27FC236}">
                <a16:creationId xmlns:a16="http://schemas.microsoft.com/office/drawing/2014/main" id="{3C5AA7E7-028E-4215-B02B-A2781DF60AEB}"/>
              </a:ext>
            </a:extLst>
          </p:cNvPr>
          <p:cNvGrpSpPr>
            <a:grpSpLocks/>
          </p:cNvGrpSpPr>
          <p:nvPr/>
        </p:nvGrpSpPr>
        <p:grpSpPr bwMode="auto">
          <a:xfrm>
            <a:off x="2133600" y="6553200"/>
            <a:ext cx="7010400" cy="46038"/>
            <a:chOff x="1905000" y="6553200"/>
            <a:chExt cx="7010400" cy="45719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CC5A347A-4E40-46AB-AAB4-CFCB8C514A27}"/>
                </a:ext>
              </a:extLst>
            </p:cNvPr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9D6A2A0D-BC88-4219-95F5-5E9297C63D73}"/>
                </a:ext>
              </a:extLst>
            </p:cNvPr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FF48E503-5D06-43CB-AAF7-0019E20F1855}"/>
                </a:ext>
              </a:extLst>
            </p:cNvPr>
            <p:cNvSpPr/>
            <p:nvPr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</p:grpSp>
      <p:pic>
        <p:nvPicPr>
          <p:cNvPr id="14" name="Picture 14" descr="Picture 7.png">
            <a:extLst>
              <a:ext uri="{FF2B5EF4-FFF2-40B4-BE49-F238E27FC236}">
                <a16:creationId xmlns:a16="http://schemas.microsoft.com/office/drawing/2014/main" id="{CA30E6BD-9367-47ED-B323-F700AC92823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23" b="5336"/>
          <a:stretch>
            <a:fillRect/>
          </a:stretch>
        </p:blipFill>
        <p:spPr bwMode="auto">
          <a:xfrm>
            <a:off x="6629400" y="0"/>
            <a:ext cx="2193925" cy="692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3F652987-0F17-4793-A073-2FED41C4695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76600" y="6596063"/>
            <a:ext cx="5867400" cy="261937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algn="r" eaLnBrk="1" hangingPunct="1">
              <a:defRPr/>
            </a:pPr>
            <a:r>
              <a:rPr lang="en-US" sz="1100" b="1">
                <a:solidFill>
                  <a:srgbClr val="101141"/>
                </a:solidFill>
                <a:cs typeface="Arial" charset="0"/>
              </a:rPr>
              <a:t>BITS </a:t>
            </a:r>
            <a:r>
              <a:rPr lang="en-US" sz="1100">
                <a:solidFill>
                  <a:srgbClr val="101141"/>
                </a:solidFill>
                <a:cs typeface="Arial" charset="0"/>
              </a:rPr>
              <a:t>Pilani, Pilani Campus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1600200"/>
            <a:ext cx="5111750" cy="452596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600200"/>
            <a:ext cx="3008313" cy="45259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Content Placeholder 18"/>
          <p:cNvSpPr>
            <a:spLocks noGrp="1"/>
          </p:cNvSpPr>
          <p:nvPr>
            <p:ph sz="quarter" idx="13"/>
          </p:nvPr>
        </p:nvSpPr>
        <p:spPr>
          <a:xfrm>
            <a:off x="304800" y="152400"/>
            <a:ext cx="6324600" cy="1143000"/>
          </a:xfrm>
        </p:spPr>
        <p:txBody>
          <a:bodyPr anchor="ctr">
            <a:normAutofit/>
          </a:bodyPr>
          <a:lstStyle>
            <a:lvl1pPr marL="0">
              <a:lnSpc>
                <a:spcPts val="3600"/>
              </a:lnSpc>
              <a:spcBef>
                <a:spcPts val="0"/>
              </a:spcBef>
              <a:buNone/>
              <a:defRPr sz="3600" b="1" spc="-150" baseline="0"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22746122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6">
            <a:extLst>
              <a:ext uri="{FF2B5EF4-FFF2-40B4-BE49-F238E27FC236}">
                <a16:creationId xmlns:a16="http://schemas.microsoft.com/office/drawing/2014/main" id="{A1DFA90B-8E85-4212-B75B-6EC0CB8C2707}"/>
              </a:ext>
            </a:extLst>
          </p:cNvPr>
          <p:cNvGrpSpPr>
            <a:grpSpLocks/>
          </p:cNvGrpSpPr>
          <p:nvPr/>
        </p:nvGrpSpPr>
        <p:grpSpPr bwMode="auto">
          <a:xfrm>
            <a:off x="0" y="1295400"/>
            <a:ext cx="7010400" cy="46038"/>
            <a:chOff x="1905000" y="6553200"/>
            <a:chExt cx="7010400" cy="45719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CE9DE007-2BE5-44C1-85E1-50160F4A0CAB}"/>
                </a:ext>
              </a:extLst>
            </p:cNvPr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16DFEA64-4439-4FBF-8FBC-75B117261556}"/>
                </a:ext>
              </a:extLst>
            </p:cNvPr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D59792EC-A4A5-4738-A9A8-22B94333A636}"/>
                </a:ext>
              </a:extLst>
            </p:cNvPr>
            <p:cNvSpPr/>
            <p:nvPr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</p:grpSp>
      <p:grpSp>
        <p:nvGrpSpPr>
          <p:cNvPr id="10" name="Group 10">
            <a:extLst>
              <a:ext uri="{FF2B5EF4-FFF2-40B4-BE49-F238E27FC236}">
                <a16:creationId xmlns:a16="http://schemas.microsoft.com/office/drawing/2014/main" id="{171D9ED9-D963-482E-A4B7-CBBEDCF1B301}"/>
              </a:ext>
            </a:extLst>
          </p:cNvPr>
          <p:cNvGrpSpPr>
            <a:grpSpLocks/>
          </p:cNvGrpSpPr>
          <p:nvPr/>
        </p:nvGrpSpPr>
        <p:grpSpPr bwMode="auto">
          <a:xfrm>
            <a:off x="2133600" y="6553200"/>
            <a:ext cx="7010400" cy="46038"/>
            <a:chOff x="1905000" y="6553200"/>
            <a:chExt cx="7010400" cy="45719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BB3E6571-10FE-4D21-9DBB-36BAF3D3A13A}"/>
                </a:ext>
              </a:extLst>
            </p:cNvPr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9C78309D-B3D9-4B28-BC50-6B4E3EE458EE}"/>
                </a:ext>
              </a:extLst>
            </p:cNvPr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898CBC73-6856-4736-9DAF-BF52BC81A3F4}"/>
                </a:ext>
              </a:extLst>
            </p:cNvPr>
            <p:cNvSpPr/>
            <p:nvPr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</p:grpSp>
      <p:pic>
        <p:nvPicPr>
          <p:cNvPr id="14" name="Picture 14" descr="Picture 7.png">
            <a:extLst>
              <a:ext uri="{FF2B5EF4-FFF2-40B4-BE49-F238E27FC236}">
                <a16:creationId xmlns:a16="http://schemas.microsoft.com/office/drawing/2014/main" id="{E467CD47-7427-43AE-B26A-6C1D8DE70CF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23" b="5336"/>
          <a:stretch>
            <a:fillRect/>
          </a:stretch>
        </p:blipFill>
        <p:spPr bwMode="auto">
          <a:xfrm>
            <a:off x="6629400" y="0"/>
            <a:ext cx="2193925" cy="692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7E1A5252-8600-47DB-BC0D-2353F22966C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76600" y="6596063"/>
            <a:ext cx="5867400" cy="261937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algn="r" eaLnBrk="1" hangingPunct="1">
              <a:defRPr/>
            </a:pPr>
            <a:r>
              <a:rPr lang="en-US" sz="1100" b="1">
                <a:solidFill>
                  <a:srgbClr val="101141"/>
                </a:solidFill>
                <a:cs typeface="Arial" charset="0"/>
              </a:rPr>
              <a:t>BITS </a:t>
            </a:r>
            <a:r>
              <a:rPr lang="en-US" sz="1100">
                <a:solidFill>
                  <a:srgbClr val="101141"/>
                </a:solidFill>
                <a:cs typeface="Arial" charset="0"/>
              </a:rPr>
              <a:t>Pilani, Pilani Campus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5407025"/>
            <a:ext cx="5486400" cy="304800"/>
          </a:xfrm>
        </p:spPr>
        <p:txBody>
          <a:bodyPr anchor="b"/>
          <a:lstStyle>
            <a:lvl1pPr algn="l">
              <a:defRPr sz="1800" b="1" spc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1828800"/>
            <a:ext cx="5486400" cy="3429000"/>
          </a:xfrm>
          <a:ln w="57150"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none"/>
        </p:style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711825"/>
            <a:ext cx="5486400" cy="304800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Content Placeholder 18"/>
          <p:cNvSpPr>
            <a:spLocks noGrp="1"/>
          </p:cNvSpPr>
          <p:nvPr>
            <p:ph sz="quarter" idx="10"/>
          </p:nvPr>
        </p:nvSpPr>
        <p:spPr>
          <a:xfrm>
            <a:off x="304800" y="152400"/>
            <a:ext cx="6324600" cy="1143000"/>
          </a:xfrm>
        </p:spPr>
        <p:txBody>
          <a:bodyPr anchor="ctr">
            <a:normAutofit/>
          </a:bodyPr>
          <a:lstStyle>
            <a:lvl1pPr marL="0">
              <a:lnSpc>
                <a:spcPts val="3600"/>
              </a:lnSpc>
              <a:spcBef>
                <a:spcPts val="0"/>
              </a:spcBef>
              <a:buNone/>
              <a:defRPr sz="3600" b="1" spc="-150" baseline="0"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52002218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19">
            <a:extLst>
              <a:ext uri="{FF2B5EF4-FFF2-40B4-BE49-F238E27FC236}">
                <a16:creationId xmlns:a16="http://schemas.microsoft.com/office/drawing/2014/main" id="{BE76AE90-A281-4CBC-A94F-52AE07330806}"/>
              </a:ext>
            </a:extLst>
          </p:cNvPr>
          <p:cNvGrpSpPr>
            <a:grpSpLocks/>
          </p:cNvGrpSpPr>
          <p:nvPr/>
        </p:nvGrpSpPr>
        <p:grpSpPr bwMode="auto">
          <a:xfrm>
            <a:off x="0" y="1295400"/>
            <a:ext cx="7010400" cy="46038"/>
            <a:chOff x="1905000" y="6553200"/>
            <a:chExt cx="7010400" cy="45719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6EF833B1-7CDA-4A09-8B1A-8764FF81226B}"/>
                </a:ext>
              </a:extLst>
            </p:cNvPr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75E6B348-AA00-47B9-945B-CB2E7D1FF3B6}"/>
                </a:ext>
              </a:extLst>
            </p:cNvPr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FF7DE49D-382D-435E-BBC3-E6D126526486}"/>
                </a:ext>
              </a:extLst>
            </p:cNvPr>
            <p:cNvSpPr/>
            <p:nvPr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</p:grpSp>
      <p:grpSp>
        <p:nvGrpSpPr>
          <p:cNvPr id="8" name="Group 24">
            <a:extLst>
              <a:ext uri="{FF2B5EF4-FFF2-40B4-BE49-F238E27FC236}">
                <a16:creationId xmlns:a16="http://schemas.microsoft.com/office/drawing/2014/main" id="{4E4EFE62-5BDA-44A8-A71C-A5572D9E8D60}"/>
              </a:ext>
            </a:extLst>
          </p:cNvPr>
          <p:cNvGrpSpPr>
            <a:grpSpLocks/>
          </p:cNvGrpSpPr>
          <p:nvPr/>
        </p:nvGrpSpPr>
        <p:grpSpPr bwMode="auto">
          <a:xfrm>
            <a:off x="2133600" y="6553200"/>
            <a:ext cx="7010400" cy="46038"/>
            <a:chOff x="1905000" y="6553200"/>
            <a:chExt cx="7010400" cy="45719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C5476866-B81A-4F32-A198-D20791A96394}"/>
                </a:ext>
              </a:extLst>
            </p:cNvPr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ECECAF92-66EF-4C6B-8AF8-CDCB5690CF9E}"/>
                </a:ext>
              </a:extLst>
            </p:cNvPr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811073CD-CF34-4B23-BCDA-5934C9A64118}"/>
                </a:ext>
              </a:extLst>
            </p:cNvPr>
            <p:cNvSpPr/>
            <p:nvPr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</p:grpSp>
      <p:pic>
        <p:nvPicPr>
          <p:cNvPr id="12" name="Picture 14" descr="Picture 7.png">
            <a:extLst>
              <a:ext uri="{FF2B5EF4-FFF2-40B4-BE49-F238E27FC236}">
                <a16:creationId xmlns:a16="http://schemas.microsoft.com/office/drawing/2014/main" id="{C54ED0B7-CB49-471D-833A-BE96FE9CB8D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23" b="5336"/>
          <a:stretch>
            <a:fillRect/>
          </a:stretch>
        </p:blipFill>
        <p:spPr bwMode="auto">
          <a:xfrm>
            <a:off x="6629400" y="0"/>
            <a:ext cx="2193925" cy="692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193E5B99-0EB9-4790-8FE4-133FE0D3A8D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76600" y="6596063"/>
            <a:ext cx="5867400" cy="261937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algn="r" eaLnBrk="1" hangingPunct="1">
              <a:defRPr/>
            </a:pPr>
            <a:r>
              <a:rPr lang="en-US" sz="1100" b="1">
                <a:solidFill>
                  <a:srgbClr val="101141"/>
                </a:solidFill>
                <a:cs typeface="Arial" charset="0"/>
              </a:rPr>
              <a:t>BITS </a:t>
            </a:r>
            <a:r>
              <a:rPr lang="en-US" sz="1100">
                <a:solidFill>
                  <a:srgbClr val="101141"/>
                </a:solidFill>
                <a:cs typeface="Arial" charset="0"/>
              </a:rPr>
              <a:t>Pilani, Pilani Campus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9" name="Content Placeholder 18"/>
          <p:cNvSpPr>
            <a:spLocks noGrp="1"/>
          </p:cNvSpPr>
          <p:nvPr>
            <p:ph sz="quarter" idx="10"/>
          </p:nvPr>
        </p:nvSpPr>
        <p:spPr>
          <a:xfrm>
            <a:off x="304800" y="152400"/>
            <a:ext cx="6324600" cy="1143000"/>
          </a:xfrm>
        </p:spPr>
        <p:txBody>
          <a:bodyPr anchor="ctr">
            <a:normAutofit/>
          </a:bodyPr>
          <a:lstStyle>
            <a:lvl1pPr marL="0">
              <a:lnSpc>
                <a:spcPts val="3600"/>
              </a:lnSpc>
              <a:spcBef>
                <a:spcPts val="0"/>
              </a:spcBef>
              <a:buNone/>
              <a:defRPr sz="3600" b="1" spc="-150" baseline="0"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6696570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7">
            <a:extLst>
              <a:ext uri="{FF2B5EF4-FFF2-40B4-BE49-F238E27FC236}">
                <a16:creationId xmlns:a16="http://schemas.microsoft.com/office/drawing/2014/main" id="{426A4E42-775D-4E2E-893B-B5F87099EAEB}"/>
              </a:ext>
            </a:extLst>
          </p:cNvPr>
          <p:cNvGrpSpPr>
            <a:grpSpLocks/>
          </p:cNvGrpSpPr>
          <p:nvPr/>
        </p:nvGrpSpPr>
        <p:grpSpPr bwMode="auto">
          <a:xfrm rot="5400000">
            <a:off x="5006182" y="2567781"/>
            <a:ext cx="5181600" cy="46037"/>
            <a:chOff x="1905000" y="6553200"/>
            <a:chExt cx="7010400" cy="45719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CE58BD10-E54C-4F8B-8877-A4F6F63940BE}"/>
                </a:ext>
              </a:extLst>
            </p:cNvPr>
            <p:cNvSpPr/>
            <p:nvPr/>
          </p:nvSpPr>
          <p:spPr>
            <a:xfrm>
              <a:off x="4267574" y="6553200"/>
              <a:ext cx="2328209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28773F6F-0E50-447E-9901-D758AE3DE7CB}"/>
                </a:ext>
              </a:extLst>
            </p:cNvPr>
            <p:cNvSpPr/>
            <p:nvPr/>
          </p:nvSpPr>
          <p:spPr>
            <a:xfrm>
              <a:off x="1905000" y="6553200"/>
              <a:ext cx="2362574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2502AE37-8270-44B5-95F4-997DB3B39840}"/>
                </a:ext>
              </a:extLst>
            </p:cNvPr>
            <p:cNvSpPr/>
            <p:nvPr/>
          </p:nvSpPr>
          <p:spPr>
            <a:xfrm>
              <a:off x="6587191" y="6553200"/>
              <a:ext cx="2328209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</p:grpSp>
      <p:pic>
        <p:nvPicPr>
          <p:cNvPr id="9" name="Picture 10" descr="Picture 7.png">
            <a:extLst>
              <a:ext uri="{FF2B5EF4-FFF2-40B4-BE49-F238E27FC236}">
                <a16:creationId xmlns:a16="http://schemas.microsoft.com/office/drawing/2014/main" id="{91240847-CE01-416F-9BD8-94903633EA9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336" t="1923"/>
          <a:stretch>
            <a:fillRect/>
          </a:stretch>
        </p:blipFill>
        <p:spPr bwMode="auto">
          <a:xfrm>
            <a:off x="-7938" y="381000"/>
            <a:ext cx="692151" cy="2193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3825EDA2-1B8F-4BE3-85B9-86E9CA00EE43}"/>
              </a:ext>
            </a:extLst>
          </p:cNvPr>
          <p:cNvSpPr txBox="1">
            <a:spLocks noChangeArrowheads="1"/>
          </p:cNvSpPr>
          <p:nvPr/>
        </p:nvSpPr>
        <p:spPr bwMode="auto">
          <a:xfrm rot="5400000">
            <a:off x="-2794793" y="3809206"/>
            <a:ext cx="5867400" cy="230187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algn="r" eaLnBrk="1" hangingPunct="1">
              <a:defRPr/>
            </a:pPr>
            <a:r>
              <a:rPr lang="en-US" sz="900" b="1">
                <a:solidFill>
                  <a:srgbClr val="101141"/>
                </a:solidFill>
                <a:cs typeface="Arial" charset="0"/>
              </a:rPr>
              <a:t>BITS </a:t>
            </a:r>
            <a:r>
              <a:rPr lang="en-US" sz="900">
                <a:solidFill>
                  <a:srgbClr val="101141"/>
                </a:solidFill>
                <a:cs typeface="Arial" charset="0"/>
              </a:rPr>
              <a:t>Pilani, Pilani Campus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19200" y="381000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Content Placeholder 18"/>
          <p:cNvSpPr>
            <a:spLocks noGrp="1"/>
          </p:cNvSpPr>
          <p:nvPr>
            <p:ph sz="quarter" idx="10"/>
          </p:nvPr>
        </p:nvSpPr>
        <p:spPr>
          <a:xfrm rot="5400000">
            <a:off x="5410200" y="2743200"/>
            <a:ext cx="5867400" cy="1143000"/>
          </a:xfrm>
        </p:spPr>
        <p:txBody>
          <a:bodyPr anchor="ctr">
            <a:normAutofit/>
          </a:bodyPr>
          <a:lstStyle>
            <a:lvl1pPr marL="0">
              <a:lnSpc>
                <a:spcPts val="3600"/>
              </a:lnSpc>
              <a:spcBef>
                <a:spcPts val="0"/>
              </a:spcBef>
              <a:buNone/>
              <a:defRPr sz="3600" b="1" spc="-150" baseline="0"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74690844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C9B81F-C347-4BEF-BFDF-29C42F48304A}" type="datetimeFigureOut">
              <a:rPr lang="en-US" smtClean="0"/>
              <a:pPr/>
              <a:t>6/19/2025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2AED99-7FB4-404E-8A97-64753DCE42EC}" type="slidenum">
              <a:rPr kumimoji="0" lang="en-US" smtClean="0"/>
              <a:pPr/>
              <a:t>‹#›</a:t>
            </a:fld>
            <a:endParaRPr kumimoji="0" lang="en-US"/>
          </a:p>
        </p:txBody>
      </p:sp>
    </p:spTree>
    <p:extLst>
      <p:ext uri="{BB962C8B-B14F-4D97-AF65-F5344CB8AC3E}">
        <p14:creationId xmlns:p14="http://schemas.microsoft.com/office/powerpoint/2010/main" val="323419670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>
  <p:cSld name="1_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C9B81F-C347-4BEF-BFDF-29C42F48304A}" type="datetimeFigureOut">
              <a:rPr lang="en-US" smtClean="0"/>
              <a:pPr/>
              <a:t>6/19/2025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2AED99-7FB4-404E-8A97-64753DCE42EC}" type="slidenum">
              <a:rPr kumimoji="0" lang="en-US" smtClean="0"/>
              <a:pPr/>
              <a:t>‹#›</a:t>
            </a:fld>
            <a:endParaRPr kumimoji="0" lang="en-US"/>
          </a:p>
        </p:txBody>
      </p:sp>
    </p:spTree>
    <p:extLst>
      <p:ext uri="{BB962C8B-B14F-4D97-AF65-F5344CB8AC3E}">
        <p14:creationId xmlns:p14="http://schemas.microsoft.com/office/powerpoint/2010/main" val="74026270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8026A37-F5CE-4F67-9FBE-98DF869404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27" name="Text Placeholder 2">
            <a:extLst>
              <a:ext uri="{FF2B5EF4-FFF2-40B4-BE49-F238E27FC236}">
                <a16:creationId xmlns:a16="http://schemas.microsoft.com/office/drawing/2014/main" id="{984208CE-5779-43DE-92BB-1BD5780461C4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EA24DC0-5DBF-433B-B96D-341314D0544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FAC2E0D-E1A6-4477-B684-67D3914B8F5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4D593FE-9CF0-4ACF-887B-8A7D1E48852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solidFill>
                  <a:srgbClr val="898989"/>
                </a:solidFill>
                <a:cs typeface="Arial" panose="020B0604020202020204" pitchFamily="34" charset="0"/>
              </a:defRPr>
            </a:lvl1pPr>
          </a:lstStyle>
          <a:p>
            <a:pPr>
              <a:defRPr/>
            </a:pPr>
            <a:fld id="{75E83062-A338-4EAB-93A8-164922B79CBB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6334" r:id="rId1"/>
    <p:sldLayoutId id="2147486335" r:id="rId2"/>
    <p:sldLayoutId id="2147486336" r:id="rId3"/>
    <p:sldLayoutId id="2147486337" r:id="rId4"/>
    <p:sldLayoutId id="2147486338" r:id="rId5"/>
    <p:sldLayoutId id="2147486339" r:id="rId6"/>
    <p:sldLayoutId id="2147486340" r:id="rId7"/>
    <p:sldLayoutId id="2147486341" r:id="rId8"/>
    <p:sldLayoutId id="2147486342" r:id="rId9"/>
    <p:sldLayoutId id="2147486343" r:id="rId10"/>
    <p:sldLayoutId id="2147486344" r:id="rId11"/>
    <p:sldLayoutId id="2147486345" r:id="rId12"/>
    <p:sldLayoutId id="2147486346" r:id="rId13"/>
  </p:sldLayoutIdLst>
  <p:hf hdr="0" ftr="0" dt="0"/>
  <p:txStyles>
    <p:titleStyle>
      <a:lvl1pPr algn="l" rtl="0" eaLnBrk="1" fontAlgn="base" hangingPunct="1">
        <a:spcBef>
          <a:spcPct val="0"/>
        </a:spcBef>
        <a:spcAft>
          <a:spcPct val="0"/>
        </a:spcAft>
        <a:defRPr sz="4000" b="1" kern="1200" spc="-150">
          <a:solidFill>
            <a:schemeClr val="tx1"/>
          </a:solidFill>
          <a:latin typeface="Arial" pitchFamily="34" charset="0"/>
          <a:ea typeface="+mj-ea"/>
          <a:cs typeface="Arial" pitchFamily="34" charset="0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4000" b="1">
          <a:solidFill>
            <a:schemeClr val="tx1"/>
          </a:solidFill>
          <a:latin typeface="Arial" charset="0"/>
          <a:cs typeface="Arial" charset="0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4000" b="1">
          <a:solidFill>
            <a:schemeClr val="tx1"/>
          </a:solidFill>
          <a:latin typeface="Arial" charset="0"/>
          <a:cs typeface="Arial" charset="0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4000" b="1">
          <a:solidFill>
            <a:schemeClr val="tx1"/>
          </a:solidFill>
          <a:latin typeface="Arial" charset="0"/>
          <a:cs typeface="Arial" charset="0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4000" b="1">
          <a:solidFill>
            <a:schemeClr val="tx1"/>
          </a:solidFill>
          <a:latin typeface="Arial" charset="0"/>
          <a:cs typeface="Arial" charset="0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4000" b="1">
          <a:solidFill>
            <a:schemeClr val="tx1"/>
          </a:solidFill>
          <a:latin typeface="Arial" charset="0"/>
          <a:cs typeface="Arial" charset="0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4000" b="1">
          <a:solidFill>
            <a:schemeClr val="tx1"/>
          </a:solidFill>
          <a:latin typeface="Arial" charset="0"/>
          <a:cs typeface="Arial" charset="0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4000" b="1">
          <a:solidFill>
            <a:schemeClr val="tx1"/>
          </a:solidFill>
          <a:latin typeface="Arial" charset="0"/>
          <a:cs typeface="Arial" charset="0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4000" b="1">
          <a:solidFill>
            <a:schemeClr val="tx1"/>
          </a:solidFill>
          <a:latin typeface="Arial" charset="0"/>
          <a:cs typeface="Arial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82D81C-A20F-447A-8871-7F90A7BF3F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ACI – Lab Session 2 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39750768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255B9EBF-C6BF-4F93-A9F2-37744D981E35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193D923C-583B-40D8-9AA8-04D4C49845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Genetic Algorithm</a:t>
            </a:r>
            <a:br>
              <a:rPr lang="en-US" b="1" dirty="0"/>
            </a:br>
            <a:br>
              <a:rPr lang="en-US" b="1" dirty="0">
                <a:solidFill>
                  <a:schemeClr val="tx1"/>
                </a:solidFill>
              </a:rPr>
            </a:b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57450089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15B6B54-CBEE-411E-A332-EAFA6DD0DFB2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304800" y="152400"/>
            <a:ext cx="6324600" cy="891309"/>
          </a:xfrm>
        </p:spPr>
        <p:txBody>
          <a:bodyPr/>
          <a:lstStyle/>
          <a:p>
            <a:r>
              <a:rPr lang="en-US" dirty="0"/>
              <a:t>Genetic Algorithm </a:t>
            </a:r>
            <a:endParaRPr lang="en-IN" dirty="0"/>
          </a:p>
        </p:txBody>
      </p:sp>
      <p:pic>
        <p:nvPicPr>
          <p:cNvPr id="1028" name="Picture 4">
            <a:extLst>
              <a:ext uri="{FF2B5EF4-FFF2-40B4-BE49-F238E27FC236}">
                <a16:creationId xmlns:a16="http://schemas.microsoft.com/office/drawing/2014/main" id="{2F8EBC2A-DF8C-8CA7-F25F-44A53501D1D9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4800" y="1343725"/>
            <a:ext cx="8599488" cy="12374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B0C142C7-086D-60AA-C8A6-5A5F4293F2E5}"/>
              </a:ext>
            </a:extLst>
          </p:cNvPr>
          <p:cNvSpPr txBox="1"/>
          <p:nvPr/>
        </p:nvSpPr>
        <p:spPr>
          <a:xfrm>
            <a:off x="1293307" y="2581151"/>
            <a:ext cx="6622473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IN" sz="2000" b="1" i="0" dirty="0">
                <a:solidFill>
                  <a:srgbClr val="242424"/>
                </a:solidFill>
                <a:effectLst/>
                <a:highlight>
                  <a:srgbClr val="FFFFFF"/>
                </a:highlight>
                <a:latin typeface="Rockwell" panose="02060603020205020403" pitchFamily="18" charset="0"/>
              </a:rPr>
              <a:t>Steps in Genetic Algorithm</a:t>
            </a:r>
          </a:p>
          <a:p>
            <a:pPr algn="l"/>
            <a:r>
              <a:rPr lang="en-IN" sz="2000" b="1" i="0" dirty="0">
                <a:solidFill>
                  <a:srgbClr val="242424"/>
                </a:solidFill>
                <a:effectLst/>
                <a:highlight>
                  <a:srgbClr val="FFFFFF"/>
                </a:highlight>
                <a:latin typeface="Rockwell" panose="02060603020205020403" pitchFamily="18" charset="0"/>
              </a:rPr>
              <a:t>Step 1-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IN" sz="2000" b="1" i="0" dirty="0">
                <a:solidFill>
                  <a:srgbClr val="242424"/>
                </a:solidFill>
                <a:effectLst/>
                <a:highlight>
                  <a:srgbClr val="FFFFFF"/>
                </a:highlight>
                <a:latin typeface="Rockwell" panose="02060603020205020403" pitchFamily="18" charset="0"/>
              </a:rPr>
              <a:t>Encoding technique-</a:t>
            </a:r>
            <a:r>
              <a:rPr lang="en-IN" sz="2000" b="0" i="0" dirty="0">
                <a:solidFill>
                  <a:srgbClr val="242424"/>
                </a:solidFill>
                <a:effectLst/>
                <a:highlight>
                  <a:srgbClr val="FFFFFF"/>
                </a:highlight>
                <a:latin typeface="Rockwell" panose="02060603020205020403" pitchFamily="18" charset="0"/>
              </a:rPr>
              <a:t> Binary encoding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IN" sz="2000" b="1" i="0" dirty="0">
                <a:solidFill>
                  <a:srgbClr val="242424"/>
                </a:solidFill>
                <a:effectLst/>
                <a:highlight>
                  <a:srgbClr val="FFFFFF"/>
                </a:highlight>
                <a:latin typeface="Rockwell" panose="02060603020205020403" pitchFamily="18" charset="0"/>
              </a:rPr>
              <a:t>Selection operator-</a:t>
            </a:r>
            <a:r>
              <a:rPr lang="en-IN" sz="2000" b="0" i="0" dirty="0">
                <a:solidFill>
                  <a:srgbClr val="242424"/>
                </a:solidFill>
                <a:effectLst/>
                <a:highlight>
                  <a:srgbClr val="FFFFFF"/>
                </a:highlight>
                <a:latin typeface="Rockwell" panose="02060603020205020403" pitchFamily="18" charset="0"/>
              </a:rPr>
              <a:t> Roulette Wheel Selection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IN" sz="2000" b="1" i="0" dirty="0">
                <a:solidFill>
                  <a:srgbClr val="242424"/>
                </a:solidFill>
                <a:effectLst/>
                <a:highlight>
                  <a:srgbClr val="FFFFFF"/>
                </a:highlight>
                <a:latin typeface="Rockwell" panose="02060603020205020403" pitchFamily="18" charset="0"/>
              </a:rPr>
              <a:t>Crossover operator-</a:t>
            </a:r>
            <a:r>
              <a:rPr lang="en-IN" sz="2000" b="0" i="0" dirty="0">
                <a:solidFill>
                  <a:srgbClr val="242424"/>
                </a:solidFill>
                <a:effectLst/>
                <a:highlight>
                  <a:srgbClr val="FFFFFF"/>
                </a:highlight>
                <a:latin typeface="Rockwell" panose="02060603020205020403" pitchFamily="18" charset="0"/>
              </a:rPr>
              <a:t> Single point crossover</a:t>
            </a:r>
          </a:p>
          <a:p>
            <a:pPr algn="l"/>
            <a:r>
              <a:rPr lang="en-IN" sz="2000" b="1" i="0" dirty="0">
                <a:solidFill>
                  <a:srgbClr val="242424"/>
                </a:solidFill>
                <a:effectLst/>
                <a:highlight>
                  <a:srgbClr val="FFFFFF"/>
                </a:highlight>
                <a:latin typeface="Rockwell" panose="02060603020205020403" pitchFamily="18" charset="0"/>
              </a:rPr>
              <a:t>Step 2-</a:t>
            </a:r>
          </a:p>
          <a:p>
            <a:pPr algn="l"/>
            <a:r>
              <a:rPr lang="en-IN" sz="2000" b="0" i="0" dirty="0">
                <a:solidFill>
                  <a:srgbClr val="242424"/>
                </a:solidFill>
                <a:effectLst/>
                <a:highlight>
                  <a:srgbClr val="FFFFFF"/>
                </a:highlight>
                <a:latin typeface="Rockwell" panose="02060603020205020403" pitchFamily="18" charset="0"/>
              </a:rPr>
              <a:t>Population size (n) = 4</a:t>
            </a:r>
          </a:p>
          <a:p>
            <a:pPr algn="l"/>
            <a:r>
              <a:rPr lang="en-IN" sz="2000" b="1" i="0" dirty="0">
                <a:solidFill>
                  <a:srgbClr val="242424"/>
                </a:solidFill>
                <a:effectLst/>
                <a:highlight>
                  <a:srgbClr val="FFFFFF"/>
                </a:highlight>
                <a:latin typeface="Rockwell" panose="02060603020205020403" pitchFamily="18" charset="0"/>
              </a:rPr>
              <a:t>Step 3-</a:t>
            </a:r>
          </a:p>
          <a:p>
            <a:pPr algn="l"/>
            <a:r>
              <a:rPr lang="en-IN" sz="2000" b="0" i="0" dirty="0">
                <a:solidFill>
                  <a:srgbClr val="242424"/>
                </a:solidFill>
                <a:effectLst/>
                <a:highlight>
                  <a:srgbClr val="FFFFFF"/>
                </a:highlight>
                <a:latin typeface="Rockwell" panose="02060603020205020403" pitchFamily="18" charset="0"/>
              </a:rPr>
              <a:t>Initial population (x value) = 13, 24, 8, 19</a:t>
            </a:r>
          </a:p>
        </p:txBody>
      </p:sp>
    </p:spTree>
    <p:extLst>
      <p:ext uri="{BB962C8B-B14F-4D97-AF65-F5344CB8AC3E}">
        <p14:creationId xmlns:p14="http://schemas.microsoft.com/office/powerpoint/2010/main" val="358955821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ECF7CDD3-2E3F-59EA-6A6F-C63E3093850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54080" y="1453433"/>
            <a:ext cx="7789555" cy="1529912"/>
          </a:xfrm>
        </p:spPr>
        <p:txBody>
          <a:bodyPr/>
          <a:lstStyle/>
          <a:p>
            <a:pPr algn="l"/>
            <a:r>
              <a:rPr lang="en-IN" sz="2000" b="1" i="0" dirty="0">
                <a:solidFill>
                  <a:srgbClr val="242424"/>
                </a:solidFill>
                <a:effectLst/>
                <a:highlight>
                  <a:srgbClr val="FFFFFF"/>
                </a:highlight>
                <a:latin typeface="Rockwell" panose="02060603020205020403" pitchFamily="18" charset="0"/>
              </a:rPr>
              <a:t>Step 4- </a:t>
            </a:r>
          </a:p>
          <a:p>
            <a:pPr algn="l"/>
            <a:r>
              <a:rPr lang="en-IN" sz="2000" i="0" dirty="0">
                <a:solidFill>
                  <a:srgbClr val="242424"/>
                </a:solidFill>
                <a:effectLst/>
                <a:highlight>
                  <a:srgbClr val="FFFFFF"/>
                </a:highlight>
                <a:latin typeface="Rockwell" panose="02060603020205020403" pitchFamily="18" charset="0"/>
              </a:rPr>
              <a:t>Calculate fitness</a:t>
            </a:r>
          </a:p>
          <a:p>
            <a:pPr algn="l"/>
            <a:r>
              <a:rPr lang="en-IN" sz="2000" dirty="0">
                <a:solidFill>
                  <a:srgbClr val="242424"/>
                </a:solidFill>
                <a:highlight>
                  <a:srgbClr val="FFFFFF"/>
                </a:highlight>
                <a:latin typeface="Rockwell" panose="02060603020205020403" pitchFamily="18" charset="0"/>
              </a:rPr>
              <a:t>Survival rate or probability of selection</a:t>
            </a:r>
            <a:endParaRPr lang="en-IN" sz="2000" i="0" dirty="0">
              <a:solidFill>
                <a:srgbClr val="242424"/>
              </a:solidFill>
              <a:effectLst/>
              <a:highlight>
                <a:srgbClr val="FFFFFF"/>
              </a:highlight>
              <a:latin typeface="Rockwell" panose="02060603020205020403" pitchFamily="18" charset="0"/>
            </a:endParaRPr>
          </a:p>
          <a:p>
            <a:pPr algn="l"/>
            <a:endParaRPr lang="en-IN" b="1" i="0" dirty="0">
              <a:solidFill>
                <a:srgbClr val="242424"/>
              </a:solidFill>
              <a:effectLst/>
              <a:highlight>
                <a:srgbClr val="FFFFFF"/>
              </a:highlight>
              <a:latin typeface="sohne"/>
            </a:endParaRPr>
          </a:p>
          <a:p>
            <a:br>
              <a:rPr lang="en-IN" dirty="0">
                <a:effectLst/>
              </a:rPr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6FB11F-BD55-F6F1-E9AF-BF7E08871965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en-US" dirty="0"/>
              <a:t>Genetic Algorithm </a:t>
            </a:r>
            <a:endParaRPr lang="en-IN" dirty="0"/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972F21DA-9036-D74A-C989-2724C154270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43328" y="3141378"/>
            <a:ext cx="6920480" cy="28551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545633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ECF7CDD3-2E3F-59EA-6A6F-C63E3093850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54080" y="1453433"/>
            <a:ext cx="7789555" cy="1529912"/>
          </a:xfrm>
        </p:spPr>
        <p:txBody>
          <a:bodyPr/>
          <a:lstStyle/>
          <a:p>
            <a:br>
              <a:rPr lang="en-IN" dirty="0">
                <a:effectLst/>
              </a:rPr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6FB11F-BD55-F6F1-E9AF-BF7E08871965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en-US" dirty="0"/>
              <a:t>Genetic Algorithm </a:t>
            </a:r>
            <a:endParaRPr lang="en-I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65179EA-FFC0-C60C-9EF8-E06D6C828BBA}"/>
              </a:ext>
            </a:extLst>
          </p:cNvPr>
          <p:cNvSpPr txBox="1"/>
          <p:nvPr/>
        </p:nvSpPr>
        <p:spPr>
          <a:xfrm>
            <a:off x="909781" y="1453433"/>
            <a:ext cx="7789554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2000" b="0" i="0" dirty="0">
                <a:solidFill>
                  <a:srgbClr val="242424"/>
                </a:solidFill>
                <a:effectLst/>
                <a:highlight>
                  <a:srgbClr val="FFFFFF"/>
                </a:highlight>
                <a:latin typeface="Rockwell" panose="02060603020205020403" pitchFamily="18" charset="0"/>
              </a:rPr>
              <a:t>We see that if the Roulette wheel is spun four times, we’ll get 24 twice and 13 and 19 once. So possible parental combinations are (24,13) and (24,19).</a:t>
            </a:r>
            <a:endParaRPr lang="en-IN" dirty="0"/>
          </a:p>
        </p:txBody>
      </p:sp>
      <p:pic>
        <p:nvPicPr>
          <p:cNvPr id="3074" name="Picture 2">
            <a:extLst>
              <a:ext uri="{FF2B5EF4-FFF2-40B4-BE49-F238E27FC236}">
                <a16:creationId xmlns:a16="http://schemas.microsoft.com/office/drawing/2014/main" id="{FAFC7B91-DFF9-A8BB-E598-FD5DA93B4A8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90712" y="3088794"/>
            <a:ext cx="5362575" cy="20097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228350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ECF7CDD3-2E3F-59EA-6A6F-C63E3093850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54080" y="1453433"/>
            <a:ext cx="7789555" cy="1529912"/>
          </a:xfrm>
        </p:spPr>
        <p:txBody>
          <a:bodyPr/>
          <a:lstStyle/>
          <a:p>
            <a:br>
              <a:rPr lang="en-IN" dirty="0">
                <a:effectLst/>
              </a:rPr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6FB11F-BD55-F6F1-E9AF-BF7E08871965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en-US" dirty="0"/>
              <a:t>Genetic Algorithm </a:t>
            </a:r>
            <a:endParaRPr lang="en-I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65179EA-FFC0-C60C-9EF8-E06D6C828BBA}"/>
              </a:ext>
            </a:extLst>
          </p:cNvPr>
          <p:cNvSpPr txBox="1"/>
          <p:nvPr/>
        </p:nvSpPr>
        <p:spPr>
          <a:xfrm>
            <a:off x="909781" y="1453433"/>
            <a:ext cx="7789554" cy="22467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000" b="1" i="0" dirty="0">
                <a:solidFill>
                  <a:srgbClr val="242424"/>
                </a:solidFill>
                <a:effectLst/>
                <a:highlight>
                  <a:srgbClr val="FFFFFF"/>
                </a:highlight>
                <a:latin typeface="Rockwell" panose="02060603020205020403" pitchFamily="18" charset="0"/>
              </a:rPr>
              <a:t>Step 5- Reproduction</a:t>
            </a:r>
          </a:p>
          <a:p>
            <a:r>
              <a:rPr lang="en-IN" sz="2000" i="0" dirty="0">
                <a:solidFill>
                  <a:srgbClr val="242424"/>
                </a:solidFill>
                <a:effectLst/>
                <a:highlight>
                  <a:srgbClr val="FFFFFF"/>
                </a:highlight>
                <a:latin typeface="Rockwell" panose="02060603020205020403" pitchFamily="18" charset="0"/>
              </a:rPr>
              <a:t>1. Crossover</a:t>
            </a:r>
          </a:p>
          <a:p>
            <a:r>
              <a:rPr lang="en-IN" sz="2000" dirty="0">
                <a:solidFill>
                  <a:srgbClr val="242424"/>
                </a:solidFill>
                <a:highlight>
                  <a:srgbClr val="FFFFFF"/>
                </a:highlight>
                <a:latin typeface="Rockwell" panose="02060603020205020403" pitchFamily="18" charset="0"/>
              </a:rPr>
              <a:t>2. Mutation</a:t>
            </a:r>
          </a:p>
          <a:p>
            <a:endParaRPr lang="en-IN" sz="2000" b="1" dirty="0">
              <a:solidFill>
                <a:srgbClr val="242424"/>
              </a:solidFill>
              <a:highlight>
                <a:srgbClr val="FFFFFF"/>
              </a:highlight>
              <a:latin typeface="Rockwell" panose="02060603020205020403" pitchFamily="18" charset="0"/>
            </a:endParaRPr>
          </a:p>
          <a:p>
            <a:r>
              <a:rPr lang="en-IN" sz="2000" b="1" dirty="0">
                <a:solidFill>
                  <a:srgbClr val="242424"/>
                </a:solidFill>
                <a:highlight>
                  <a:srgbClr val="FFFFFF"/>
                </a:highlight>
                <a:latin typeface="Rockwell" panose="02060603020205020403" pitchFamily="18" charset="0"/>
              </a:rPr>
              <a:t>1. Crossover – Swap the contents of the parents (solution)  – In computing, parents can be represented as string, array, vector, etc. </a:t>
            </a:r>
            <a:endParaRPr lang="en-IN" sz="2000" dirty="0">
              <a:latin typeface="Rockwell" panose="02060603020205020403" pitchFamily="18" charset="0"/>
            </a:endParaRPr>
          </a:p>
        </p:txBody>
      </p:sp>
      <p:pic>
        <p:nvPicPr>
          <p:cNvPr id="4098" name="Picture 2">
            <a:extLst>
              <a:ext uri="{FF2B5EF4-FFF2-40B4-BE49-F238E27FC236}">
                <a16:creationId xmlns:a16="http://schemas.microsoft.com/office/drawing/2014/main" id="{C8BB2DC6-527F-5426-4DE8-6A28B5E8CBD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1037" y="3141378"/>
            <a:ext cx="7781925" cy="34575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2449140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ECF7CDD3-2E3F-59EA-6A6F-C63E3093850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54080" y="1453433"/>
            <a:ext cx="7789555" cy="1529912"/>
          </a:xfrm>
        </p:spPr>
        <p:txBody>
          <a:bodyPr/>
          <a:lstStyle/>
          <a:p>
            <a:br>
              <a:rPr lang="en-IN" dirty="0">
                <a:effectLst/>
              </a:rPr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6FB11F-BD55-F6F1-E9AF-BF7E08871965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en-US" dirty="0"/>
              <a:t>Genetic Algorithm </a:t>
            </a:r>
            <a:endParaRPr lang="en-I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65179EA-FFC0-C60C-9EF8-E06D6C828BBA}"/>
              </a:ext>
            </a:extLst>
          </p:cNvPr>
          <p:cNvSpPr txBox="1"/>
          <p:nvPr/>
        </p:nvSpPr>
        <p:spPr>
          <a:xfrm>
            <a:off x="909781" y="1453433"/>
            <a:ext cx="7789554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000" b="1" i="0" dirty="0">
                <a:solidFill>
                  <a:srgbClr val="242424"/>
                </a:solidFill>
                <a:effectLst/>
                <a:highlight>
                  <a:srgbClr val="FFFFFF"/>
                </a:highlight>
                <a:latin typeface="Rockwell" panose="02060603020205020403" pitchFamily="18" charset="0"/>
              </a:rPr>
              <a:t>Step 6-</a:t>
            </a:r>
          </a:p>
          <a:p>
            <a:r>
              <a:rPr lang="en-IN" sz="2000" dirty="0">
                <a:latin typeface="Rockwell" panose="02060603020205020403" pitchFamily="18" charset="0"/>
              </a:rPr>
              <a:t>Calculation of fitness of off-spring</a:t>
            </a:r>
          </a:p>
        </p:txBody>
      </p:sp>
      <p:pic>
        <p:nvPicPr>
          <p:cNvPr id="5122" name="Picture 2">
            <a:extLst>
              <a:ext uri="{FF2B5EF4-FFF2-40B4-BE49-F238E27FC236}">
                <a16:creationId xmlns:a16="http://schemas.microsoft.com/office/drawing/2014/main" id="{92673218-5F68-A1C6-BB00-C364407D2D7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06311" y="2257797"/>
            <a:ext cx="4743450" cy="28289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6C984220-D658-090B-9585-59D67582A5E2}"/>
              </a:ext>
            </a:extLst>
          </p:cNvPr>
          <p:cNvSpPr txBox="1"/>
          <p:nvPr/>
        </p:nvSpPr>
        <p:spPr>
          <a:xfrm>
            <a:off x="1112982" y="5528072"/>
            <a:ext cx="7125854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60363" indent="-360363"/>
            <a:r>
              <a:rPr lang="en-US" sz="2000" b="0" i="0" dirty="0">
                <a:solidFill>
                  <a:srgbClr val="242424"/>
                </a:solidFill>
                <a:effectLst/>
                <a:highlight>
                  <a:srgbClr val="FFFFFF"/>
                </a:highlight>
                <a:latin typeface="Rockwell" panose="02060603020205020403" pitchFamily="18" charset="0"/>
              </a:rPr>
              <a:t>We can see that the maximum f(x) value has increased from 576 to 729.</a:t>
            </a:r>
            <a:endParaRPr lang="en-IN" sz="2000" dirty="0">
              <a:latin typeface="Rockwell" panose="02060603020205020403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2959294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ECF7CDD3-2E3F-59EA-6A6F-C63E3093850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54080" y="1453433"/>
            <a:ext cx="7789555" cy="1529912"/>
          </a:xfrm>
        </p:spPr>
        <p:txBody>
          <a:bodyPr/>
          <a:lstStyle/>
          <a:p>
            <a:br>
              <a:rPr lang="en-IN" dirty="0">
                <a:effectLst/>
              </a:rPr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6FB11F-BD55-F6F1-E9AF-BF7E08871965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en-US" dirty="0"/>
              <a:t>Genetic Algorithm </a:t>
            </a:r>
            <a:endParaRPr lang="en-I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65179EA-FFC0-C60C-9EF8-E06D6C828BBA}"/>
              </a:ext>
            </a:extLst>
          </p:cNvPr>
          <p:cNvSpPr txBox="1"/>
          <p:nvPr/>
        </p:nvSpPr>
        <p:spPr>
          <a:xfrm>
            <a:off x="909781" y="1453433"/>
            <a:ext cx="7789554" cy="129266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2000" b="1" i="0" dirty="0">
                <a:solidFill>
                  <a:srgbClr val="242424"/>
                </a:solidFill>
                <a:effectLst/>
                <a:highlight>
                  <a:srgbClr val="FFFFFF"/>
                </a:highlight>
                <a:latin typeface="Rockwell" panose="02060603020205020403" pitchFamily="18" charset="0"/>
              </a:rPr>
              <a:t>Step 7-</a:t>
            </a:r>
          </a:p>
          <a:p>
            <a:pPr marL="360363" indent="-360363" algn="l"/>
            <a:r>
              <a:rPr lang="en-US" sz="2000" b="0" i="0" dirty="0">
                <a:solidFill>
                  <a:srgbClr val="242424"/>
                </a:solidFill>
                <a:effectLst/>
                <a:highlight>
                  <a:srgbClr val="FFFFFF"/>
                </a:highlight>
                <a:latin typeface="Rockwell" panose="02060603020205020403" pitchFamily="18" charset="0"/>
              </a:rPr>
              <a:t>Now we’ll take these four offsprings as parents and repeat the process until our termination condition is not satisfied.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738687288"/>
      </p:ext>
    </p:extLst>
  </p:cSld>
  <p:clrMapOvr>
    <a:masterClrMapping/>
  </p:clrMapOvr>
</p:sld>
</file>

<file path=ppt/theme/theme1.xml><?xml version="1.0" encoding="utf-8"?>
<a:theme xmlns:a="http://schemas.openxmlformats.org/drawingml/2006/main" name="BITSPilani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ITSPilani" id="{C2AAB5C5-7EF0-41AB-BACD-FB78617078F8}" vid="{BF6D0F47-F2C8-42BA-BE93-B8740E2F585B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BITSPilani</Template>
  <TotalTime>864</TotalTime>
  <Words>201</Words>
  <Application>Microsoft Office PowerPoint</Application>
  <PresentationFormat>On-screen Show (4:3)</PresentationFormat>
  <Paragraphs>37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Arial</vt:lpstr>
      <vt:lpstr>Calibri</vt:lpstr>
      <vt:lpstr>Rockwell</vt:lpstr>
      <vt:lpstr>sohne</vt:lpstr>
      <vt:lpstr>BITSPilani</vt:lpstr>
      <vt:lpstr>ACI – Lab Session 2 </vt:lpstr>
      <vt:lpstr>Genetic Algorithm 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ACI – Lab Session 2</dc:title>
  <dc:creator>sujatha s</dc:creator>
  <cp:lastModifiedBy>saranya p</cp:lastModifiedBy>
  <cp:revision>17</cp:revision>
  <dcterms:created xsi:type="dcterms:W3CDTF">2021-12-14T05:21:11Z</dcterms:created>
  <dcterms:modified xsi:type="dcterms:W3CDTF">2025-06-19T05:06:57Z</dcterms:modified>
</cp:coreProperties>
</file>